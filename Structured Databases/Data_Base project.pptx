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28A3-1251-D759-21E9-B6D5A1C43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BE496-1D9C-9304-A3CB-8F77AEB72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1B0E8-A770-4515-A148-591B458A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E64AA-789E-27E2-8D0A-A6C4D33B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C4752-1C89-AFC5-2788-ED32E712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92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EBC11-E5F1-BAC2-7FA7-B9FFC4B3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22079-8CAF-3DDD-FE5D-D87799961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F2E4-7A79-CDD5-6B5C-87EE64A3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36F2C-65E0-DAC8-8A22-B917EA2A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DDEE-ABD0-545A-8324-FF8392DB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1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0155-FDED-F149-2119-9F31AA15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45634-CEFD-6D04-26B0-F860CA49B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8C6C1-67DA-D374-C8F6-CAD585BF8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76338-4ECF-AD6B-19E6-FA2B7132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7A4FF-6494-3674-B254-C524ED4E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3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C473-384C-6310-0C4D-19A90BB2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ABC07-2950-3A1A-46C4-E0601F32A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793A4-BED7-F065-926A-AB0500942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25394-A1BD-AF85-A2AB-0D56EA79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7B35-08D3-E01A-601A-E0DB6E58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9EFB5-4C59-53DD-536C-63DAA6F5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B8EC-D52F-A01D-39ED-77C2141C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A240E-85AE-76C8-4AEA-8E43ABA6E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D88C7-09F4-D825-7252-B9DC28137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7A057-8E62-0A14-7BC5-91E14D5F9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C6AE8-79F9-DFDA-445F-97AE416A6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F3481-DB3A-4DB4-CA8E-6D0892F3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635B97-0E1C-04C0-FD54-4198C052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D6CC5-EA76-E13D-8ACE-36A88693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7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856E-E0A2-AFB2-2FD7-C72B7C15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060D5-F665-3DFD-D5FE-ACE65D47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FD32D-5E8F-2A95-C765-472E7957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D307E-A8AD-F71A-3B35-E49F0BCF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8F659D-BF9A-7C7E-4CFE-EF239E5B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C5815-8CBF-110D-AECB-6840AD59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EBD38-C81D-E0CD-7983-E270BE51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4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3C02-494C-B470-2AAB-F11E42B6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F5D5F-C9FE-F5E5-1D91-5F3CD31FD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50128-0545-82CA-E86C-6CB703EDC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CC2A5-797D-6463-CCF9-A12E578A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A6EC2-64AE-C654-802B-74EE7029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1B374-2D26-0CCB-3065-D91DE7BE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8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DE74-5835-0A7F-A489-540F9DD7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1485F-6FAF-21F1-7C57-EF6489A37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FC098-C232-D5AE-6FED-331113112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06BD8-C0C2-3734-BE0B-BBCCF568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55535-A8C0-0FA8-0DE4-206728D4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55B91-D5DC-21A8-8460-EDDD76CF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8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7669-77CA-257C-0450-0EAC37EE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2FE3F-4309-C790-376C-A110270C1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DA3FA-EBC3-17C1-E7BD-3006D7F7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478C2-355A-323B-9FFC-F4EFF615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D0314-8122-53A6-ADAF-B46EDAF6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6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AA37A-6E29-DF6A-D21E-CE93A3CA5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70A40-D987-191A-5E83-8944B67DE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E8D04-3BF8-1126-FDB5-5DDDA5B2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1500-CA5F-C0F3-C397-104A8A0F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4DC5-40F9-568F-7D02-FF1BA9AC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36EB0-0C54-F55F-7B33-4A2A493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CA5F9-8294-E399-DC0D-3A6079B0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69BF-D7B2-840C-E9FE-A935D2740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136D4-6156-4C19-9024-C0AAB4DEEC7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3C8B-E529-215A-30B8-E817117446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E9A62-E4B9-6B8D-213F-346B3512C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4D19C-F1A8-4E23-A749-8C7678AF6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F05B-0E27-0A1B-8D95-C27C504BDD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Data 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4318F-FE8D-834D-E0CB-4225D2933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Creators:</a:t>
            </a:r>
          </a:p>
          <a:p>
            <a:r>
              <a:rPr lang="en-US" dirty="0"/>
              <a:t>Osama Saleh , Albara’a Almaseidiyen</a:t>
            </a:r>
          </a:p>
        </p:txBody>
      </p:sp>
    </p:spTree>
    <p:extLst>
      <p:ext uri="{BB962C8B-B14F-4D97-AF65-F5344CB8AC3E}">
        <p14:creationId xmlns:p14="http://schemas.microsoft.com/office/powerpoint/2010/main" val="538010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5E98EC-6302-3E36-A4D7-BC30257AB35E}"/>
              </a:ext>
            </a:extLst>
          </p:cNvPr>
          <p:cNvSpPr txBox="1"/>
          <p:nvPr/>
        </p:nvSpPr>
        <p:spPr>
          <a:xfrm>
            <a:off x="0" y="0"/>
            <a:ext cx="12192000" cy="680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Data Requirements Statements:</a:t>
            </a:r>
          </a:p>
          <a:p>
            <a:r>
              <a:rPr lang="en-US" sz="2000" dirty="0"/>
              <a:t>1. The system needs to store employee information, including name, employee ID, and contact details(phone number, Email).</a:t>
            </a:r>
          </a:p>
          <a:p>
            <a:r>
              <a:rPr lang="en-US" sz="2000" dirty="0"/>
              <a:t>2. Products must be tracked, including their ID, name and description</a:t>
            </a:r>
          </a:p>
          <a:p>
            <a:r>
              <a:rPr lang="en-US" sz="2000" dirty="0"/>
              <a:t>3. Customers' details, such as ID, name, address, and contact information (phone number, Email), need to be recorded.</a:t>
            </a:r>
          </a:p>
          <a:p>
            <a:r>
              <a:rPr lang="en-US" sz="2000" dirty="0"/>
              <a:t>4. Sales transactions must be logged, capturing the date, time , ID and total amount.</a:t>
            </a:r>
          </a:p>
          <a:p>
            <a:r>
              <a:rPr lang="en-US" sz="2000" dirty="0"/>
              <a:t>5. Inventory data is required to manage the stock levels and stock quantity of each product.</a:t>
            </a:r>
          </a:p>
          <a:p>
            <a:r>
              <a:rPr lang="en-US" sz="2000" dirty="0"/>
              <a:t>6. Supplier information, including name and ID, should be stored for supply chain management.</a:t>
            </a:r>
          </a:p>
          <a:p>
            <a:r>
              <a:rPr lang="en-US" sz="2000" dirty="0"/>
              <a:t>7. Financial records, including ID, expenses and revenue, must be tracked for accounting purposes.</a:t>
            </a:r>
          </a:p>
          <a:p>
            <a:r>
              <a:rPr lang="en-US" sz="2000" dirty="0"/>
              <a:t>8. The system should store information about company locations, including ID and address.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9. Every Sales transaction must manage by one employee at most.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10. Products purchased in sales transactions.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11. Customers buying products from sales transaction.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12. Products stored in inventory.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13. The supplier provides you with the products.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14.Every employee work in one of the company locations.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15. Financial Records record every sale transaction.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9162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5A2B3-3F90-B8D8-D8D0-0E7EC128020C}"/>
              </a:ext>
            </a:extLst>
          </p:cNvPr>
          <p:cNvSpPr txBox="1"/>
          <p:nvPr/>
        </p:nvSpPr>
        <p:spPr>
          <a:xfrm>
            <a:off x="31102" y="271675"/>
            <a:ext cx="86611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/>
              <a:t>ER Diagram Outline:</a:t>
            </a:r>
          </a:p>
          <a:p>
            <a:r>
              <a:rPr lang="en-US" sz="3200" dirty="0"/>
              <a:t>1. </a:t>
            </a:r>
            <a:r>
              <a:rPr lang="en-US" sz="3200" b="1" dirty="0"/>
              <a:t>Entities</a:t>
            </a:r>
            <a:r>
              <a:rPr lang="en-US" sz="3200" dirty="0"/>
              <a:t>:</a:t>
            </a:r>
          </a:p>
          <a:p>
            <a:r>
              <a:rPr lang="en-US" sz="3200" dirty="0"/>
              <a:t>   - Employee</a:t>
            </a:r>
          </a:p>
          <a:p>
            <a:r>
              <a:rPr lang="en-US" sz="3200" dirty="0"/>
              <a:t>   - Product</a:t>
            </a:r>
          </a:p>
          <a:p>
            <a:r>
              <a:rPr lang="en-US" sz="3200" dirty="0"/>
              <a:t>   - Customer</a:t>
            </a:r>
          </a:p>
          <a:p>
            <a:r>
              <a:rPr lang="en-US" sz="3200" dirty="0"/>
              <a:t>   - SalesTransaction</a:t>
            </a:r>
          </a:p>
          <a:p>
            <a:r>
              <a:rPr lang="en-US" sz="3200" dirty="0"/>
              <a:t>   - Inventory</a:t>
            </a:r>
          </a:p>
          <a:p>
            <a:r>
              <a:rPr lang="en-US" sz="3200" dirty="0"/>
              <a:t>   - Supplier</a:t>
            </a:r>
          </a:p>
          <a:p>
            <a:r>
              <a:rPr lang="en-US" sz="3200" dirty="0"/>
              <a:t>   - FinancialRecord</a:t>
            </a:r>
          </a:p>
          <a:p>
            <a:r>
              <a:rPr lang="en-US" sz="3200" dirty="0"/>
              <a:t>   - CompanyLocation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7BBC2-E6B2-AC28-86DA-060410D2A09F}"/>
              </a:ext>
            </a:extLst>
          </p:cNvPr>
          <p:cNvSpPr txBox="1"/>
          <p:nvPr/>
        </p:nvSpPr>
        <p:spPr>
          <a:xfrm>
            <a:off x="5954745" y="691130"/>
            <a:ext cx="67483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2. </a:t>
            </a:r>
            <a:r>
              <a:rPr lang="en-US" sz="2800" b="1" dirty="0"/>
              <a:t>Relationships</a:t>
            </a:r>
            <a:r>
              <a:rPr lang="en-US" sz="2800" dirty="0"/>
              <a:t>:</a:t>
            </a:r>
          </a:p>
          <a:p>
            <a:r>
              <a:rPr lang="en-US" sz="2800" dirty="0"/>
              <a:t>   - Employee-SalesTransaction (1:N)</a:t>
            </a:r>
          </a:p>
          <a:p>
            <a:r>
              <a:rPr lang="en-US" sz="2800" dirty="0"/>
              <a:t>   - Product-SalesTransaction (M:N)</a:t>
            </a:r>
          </a:p>
          <a:p>
            <a:r>
              <a:rPr lang="en-US" sz="2800" dirty="0"/>
              <a:t>   - Customer-SalesTransaction (M:1)</a:t>
            </a:r>
          </a:p>
          <a:p>
            <a:r>
              <a:rPr lang="en-US" sz="2800" dirty="0"/>
              <a:t>   - Inventory-Product (1:1)</a:t>
            </a:r>
          </a:p>
          <a:p>
            <a:r>
              <a:rPr lang="en-US" sz="2800" dirty="0"/>
              <a:t>   - Supplier-Product (1:N)</a:t>
            </a:r>
          </a:p>
          <a:p>
            <a:r>
              <a:rPr lang="en-US" sz="2800" dirty="0"/>
              <a:t>   - Employee-CompanyLocation (M:N)</a:t>
            </a:r>
          </a:p>
          <a:p>
            <a:r>
              <a:rPr lang="en-US" sz="2800" dirty="0"/>
              <a:t>   - FinancialRecord-SalesTransaction (M:1)</a:t>
            </a:r>
          </a:p>
        </p:txBody>
      </p:sp>
    </p:spTree>
    <p:extLst>
      <p:ext uri="{BB962C8B-B14F-4D97-AF65-F5344CB8AC3E}">
        <p14:creationId xmlns:p14="http://schemas.microsoft.com/office/powerpoint/2010/main" val="388298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id="{FEE311B7-31D4-7509-BB25-A8DF7E202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8" y="150922"/>
            <a:ext cx="11402008" cy="65561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B4326-D9AD-7A27-1A4B-08600B275579}"/>
              </a:ext>
            </a:extLst>
          </p:cNvPr>
          <p:cNvSpPr txBox="1"/>
          <p:nvPr/>
        </p:nvSpPr>
        <p:spPr>
          <a:xfrm>
            <a:off x="569168" y="150922"/>
            <a:ext cx="2286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1592450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#10;&#10;Description automatically generated">
            <a:extLst>
              <a:ext uri="{FF2B5EF4-FFF2-40B4-BE49-F238E27FC236}">
                <a16:creationId xmlns:a16="http://schemas.microsoft.com/office/drawing/2014/main" id="{0EC64ADC-EB72-FFD4-CE9E-0C8835946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2164"/>
            <a:ext cx="12192000" cy="5705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ACBD5A-4DB9-929A-8D14-E9402712AA9E}"/>
              </a:ext>
            </a:extLst>
          </p:cNvPr>
          <p:cNvSpPr txBox="1"/>
          <p:nvPr/>
        </p:nvSpPr>
        <p:spPr>
          <a:xfrm>
            <a:off x="5116286" y="-82805"/>
            <a:ext cx="1959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Schema</a:t>
            </a:r>
          </a:p>
        </p:txBody>
      </p:sp>
    </p:spTree>
    <p:extLst>
      <p:ext uri="{BB962C8B-B14F-4D97-AF65-F5344CB8AC3E}">
        <p14:creationId xmlns:p14="http://schemas.microsoft.com/office/powerpoint/2010/main" val="290334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ABB3EF-44FE-006A-68CF-1FCB8DAA151A}"/>
              </a:ext>
            </a:extLst>
          </p:cNvPr>
          <p:cNvSpPr/>
          <p:nvPr/>
        </p:nvSpPr>
        <p:spPr>
          <a:xfrm>
            <a:off x="2857979" y="998576"/>
            <a:ext cx="61214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Thanks for watching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F7A446-0FE1-4092-DC68-A7C6CC20E1F8}"/>
              </a:ext>
            </a:extLst>
          </p:cNvPr>
          <p:cNvSpPr/>
          <p:nvPr/>
        </p:nvSpPr>
        <p:spPr>
          <a:xfrm>
            <a:off x="3363040" y="4236298"/>
            <a:ext cx="488742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Osama , Albara’a</a:t>
            </a:r>
          </a:p>
        </p:txBody>
      </p:sp>
    </p:spTree>
    <p:extLst>
      <p:ext uri="{BB962C8B-B14F-4D97-AF65-F5344CB8AC3E}">
        <p14:creationId xmlns:p14="http://schemas.microsoft.com/office/powerpoint/2010/main" val="808258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337</Words>
  <Application>Microsoft Office PowerPoint</Application>
  <PresentationFormat>شاشة عريضة</PresentationFormat>
  <Paragraphs>41</Paragraphs>
  <Slides>6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 Base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Base</dc:title>
  <dc:creator>اسامه ابراهيم حسن صالح</dc:creator>
  <cp:lastModifiedBy>البراء خالد احمد المسيعديين</cp:lastModifiedBy>
  <cp:revision>6</cp:revision>
  <dcterms:created xsi:type="dcterms:W3CDTF">2024-01-13T20:44:10Z</dcterms:created>
  <dcterms:modified xsi:type="dcterms:W3CDTF">2024-01-14T06:18:04Z</dcterms:modified>
</cp:coreProperties>
</file>