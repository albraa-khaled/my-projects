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نمط فاتح 1 - تميي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نمط فاتح 2 - تميي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0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lakshmi25npathi/imdb-dataset-of-50k-movie-reviews?select=IMDB+Dataset.csv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lakshmi25npathi/imdb-dataset-of-50k-movie-reviews?select=IMDB+Dataset.csv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047C72-A2A0-428D-A52C-A332F05F9DF8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AC10480-52B6-4566-9ED1-2F644DDBF603}">
      <dgm:prSet/>
      <dgm:spPr/>
      <dgm:t>
        <a:bodyPr/>
        <a:lstStyle/>
        <a:p>
          <a:r>
            <a:rPr lang="en-US" b="0" i="0" baseline="0"/>
            <a:t>Objective: Automatically classify movie reviews as positive or negative</a:t>
          </a:r>
          <a:endParaRPr lang="en-US"/>
        </a:p>
      </dgm:t>
    </dgm:pt>
    <dgm:pt modelId="{B46BC6F8-3318-4EBF-8B3C-9A00859F984F}" type="parTrans" cxnId="{705A9143-CAC0-4894-AEF7-E29768EEFB1E}">
      <dgm:prSet/>
      <dgm:spPr/>
      <dgm:t>
        <a:bodyPr/>
        <a:lstStyle/>
        <a:p>
          <a:endParaRPr lang="en-US"/>
        </a:p>
      </dgm:t>
    </dgm:pt>
    <dgm:pt modelId="{24FB99EF-A67A-4CA5-8692-8E3745070B3E}" type="sibTrans" cxnId="{705A9143-CAC0-4894-AEF7-E29768EEFB1E}">
      <dgm:prSet/>
      <dgm:spPr/>
      <dgm:t>
        <a:bodyPr/>
        <a:lstStyle/>
        <a:p>
          <a:endParaRPr lang="en-US"/>
        </a:p>
      </dgm:t>
    </dgm:pt>
    <dgm:pt modelId="{665DDE9B-07C2-48CB-8EFB-808EA011BE92}">
      <dgm:prSet/>
      <dgm:spPr/>
      <dgm:t>
        <a:bodyPr/>
        <a:lstStyle/>
        <a:p>
          <a:r>
            <a:rPr lang="en-US" b="0" i="0" baseline="0"/>
            <a:t>Importance: Real-world applications like feedback analysis, customer support, and content moderation</a:t>
          </a:r>
          <a:endParaRPr lang="en-US"/>
        </a:p>
      </dgm:t>
    </dgm:pt>
    <dgm:pt modelId="{A569C982-A3C4-459D-B143-A19B7A593423}" type="parTrans" cxnId="{8AF8AB7A-3637-46ED-9509-C2AA9FD4EAD0}">
      <dgm:prSet/>
      <dgm:spPr/>
      <dgm:t>
        <a:bodyPr/>
        <a:lstStyle/>
        <a:p>
          <a:endParaRPr lang="en-US"/>
        </a:p>
      </dgm:t>
    </dgm:pt>
    <dgm:pt modelId="{8FAE486F-9D81-401E-B705-D72C9C180A38}" type="sibTrans" cxnId="{8AF8AB7A-3637-46ED-9509-C2AA9FD4EAD0}">
      <dgm:prSet/>
      <dgm:spPr/>
      <dgm:t>
        <a:bodyPr/>
        <a:lstStyle/>
        <a:p>
          <a:endParaRPr lang="en-US"/>
        </a:p>
      </dgm:t>
    </dgm:pt>
    <dgm:pt modelId="{E785EA2D-DE7A-43EA-B90F-EC33AD5CF084}" type="pres">
      <dgm:prSet presAssocID="{32047C72-A2A0-428D-A52C-A332F05F9DF8}" presName="vert0" presStyleCnt="0">
        <dgm:presLayoutVars>
          <dgm:dir/>
          <dgm:animOne val="branch"/>
          <dgm:animLvl val="lvl"/>
        </dgm:presLayoutVars>
      </dgm:prSet>
      <dgm:spPr/>
    </dgm:pt>
    <dgm:pt modelId="{0F2A476A-DAA3-427B-BBE6-85B8E08EF1DF}" type="pres">
      <dgm:prSet presAssocID="{EAC10480-52B6-4566-9ED1-2F644DDBF603}" presName="thickLine" presStyleLbl="alignNode1" presStyleIdx="0" presStyleCnt="2"/>
      <dgm:spPr/>
    </dgm:pt>
    <dgm:pt modelId="{E4479ECA-8D69-4787-9ACF-50854CD85CA7}" type="pres">
      <dgm:prSet presAssocID="{EAC10480-52B6-4566-9ED1-2F644DDBF603}" presName="horz1" presStyleCnt="0"/>
      <dgm:spPr/>
    </dgm:pt>
    <dgm:pt modelId="{0045FF6C-520D-41CB-941D-A11D096E0161}" type="pres">
      <dgm:prSet presAssocID="{EAC10480-52B6-4566-9ED1-2F644DDBF603}" presName="tx1" presStyleLbl="revTx" presStyleIdx="0" presStyleCnt="2"/>
      <dgm:spPr/>
    </dgm:pt>
    <dgm:pt modelId="{FB2F8EAF-E51E-4A8D-BBFC-5901EB57CC30}" type="pres">
      <dgm:prSet presAssocID="{EAC10480-52B6-4566-9ED1-2F644DDBF603}" presName="vert1" presStyleCnt="0"/>
      <dgm:spPr/>
    </dgm:pt>
    <dgm:pt modelId="{BE335ADC-2B49-4110-A570-296D4E956F81}" type="pres">
      <dgm:prSet presAssocID="{665DDE9B-07C2-48CB-8EFB-808EA011BE92}" presName="thickLine" presStyleLbl="alignNode1" presStyleIdx="1" presStyleCnt="2"/>
      <dgm:spPr/>
    </dgm:pt>
    <dgm:pt modelId="{D24AD069-A349-4164-8464-0AE49130BF5F}" type="pres">
      <dgm:prSet presAssocID="{665DDE9B-07C2-48CB-8EFB-808EA011BE92}" presName="horz1" presStyleCnt="0"/>
      <dgm:spPr/>
    </dgm:pt>
    <dgm:pt modelId="{C14ECC85-53CF-4C0F-8470-0C487AB705DA}" type="pres">
      <dgm:prSet presAssocID="{665DDE9B-07C2-48CB-8EFB-808EA011BE92}" presName="tx1" presStyleLbl="revTx" presStyleIdx="1" presStyleCnt="2"/>
      <dgm:spPr/>
    </dgm:pt>
    <dgm:pt modelId="{955318D6-D9EC-4DF5-8840-58E3956853BD}" type="pres">
      <dgm:prSet presAssocID="{665DDE9B-07C2-48CB-8EFB-808EA011BE92}" presName="vert1" presStyleCnt="0"/>
      <dgm:spPr/>
    </dgm:pt>
  </dgm:ptLst>
  <dgm:cxnLst>
    <dgm:cxn modelId="{C394CC62-96C4-4F6D-8848-982C20A8E763}" type="presOf" srcId="{EAC10480-52B6-4566-9ED1-2F644DDBF603}" destId="{0045FF6C-520D-41CB-941D-A11D096E0161}" srcOrd="0" destOrd="0" presId="urn:microsoft.com/office/officeart/2008/layout/LinedList"/>
    <dgm:cxn modelId="{705A9143-CAC0-4894-AEF7-E29768EEFB1E}" srcId="{32047C72-A2A0-428D-A52C-A332F05F9DF8}" destId="{EAC10480-52B6-4566-9ED1-2F644DDBF603}" srcOrd="0" destOrd="0" parTransId="{B46BC6F8-3318-4EBF-8B3C-9A00859F984F}" sibTransId="{24FB99EF-A67A-4CA5-8692-8E3745070B3E}"/>
    <dgm:cxn modelId="{8AF8AB7A-3637-46ED-9509-C2AA9FD4EAD0}" srcId="{32047C72-A2A0-428D-A52C-A332F05F9DF8}" destId="{665DDE9B-07C2-48CB-8EFB-808EA011BE92}" srcOrd="1" destOrd="0" parTransId="{A569C982-A3C4-459D-B143-A19B7A593423}" sibTransId="{8FAE486F-9D81-401E-B705-D72C9C180A38}"/>
    <dgm:cxn modelId="{C00A2C9C-B0FB-4776-BBFE-DF3F63ACC53E}" type="presOf" srcId="{32047C72-A2A0-428D-A52C-A332F05F9DF8}" destId="{E785EA2D-DE7A-43EA-B90F-EC33AD5CF084}" srcOrd="0" destOrd="0" presId="urn:microsoft.com/office/officeart/2008/layout/LinedList"/>
    <dgm:cxn modelId="{7AE897B6-A804-4FB0-9EC5-371CC4F4C41C}" type="presOf" srcId="{665DDE9B-07C2-48CB-8EFB-808EA011BE92}" destId="{C14ECC85-53CF-4C0F-8470-0C487AB705DA}" srcOrd="0" destOrd="0" presId="urn:microsoft.com/office/officeart/2008/layout/LinedList"/>
    <dgm:cxn modelId="{44FC3CA7-6BE0-42F0-A26A-6EA57650C217}" type="presParOf" srcId="{E785EA2D-DE7A-43EA-B90F-EC33AD5CF084}" destId="{0F2A476A-DAA3-427B-BBE6-85B8E08EF1DF}" srcOrd="0" destOrd="0" presId="urn:microsoft.com/office/officeart/2008/layout/LinedList"/>
    <dgm:cxn modelId="{287AE52C-3D23-4551-AB03-75600968028A}" type="presParOf" srcId="{E785EA2D-DE7A-43EA-B90F-EC33AD5CF084}" destId="{E4479ECA-8D69-4787-9ACF-50854CD85CA7}" srcOrd="1" destOrd="0" presId="urn:microsoft.com/office/officeart/2008/layout/LinedList"/>
    <dgm:cxn modelId="{22B3B4B8-AB38-4F5C-8997-31494CFF9C9A}" type="presParOf" srcId="{E4479ECA-8D69-4787-9ACF-50854CD85CA7}" destId="{0045FF6C-520D-41CB-941D-A11D096E0161}" srcOrd="0" destOrd="0" presId="urn:microsoft.com/office/officeart/2008/layout/LinedList"/>
    <dgm:cxn modelId="{47C29AFF-5A4A-42C4-B345-BD3B286058F5}" type="presParOf" srcId="{E4479ECA-8D69-4787-9ACF-50854CD85CA7}" destId="{FB2F8EAF-E51E-4A8D-BBFC-5901EB57CC30}" srcOrd="1" destOrd="0" presId="urn:microsoft.com/office/officeart/2008/layout/LinedList"/>
    <dgm:cxn modelId="{1D5AB035-F1FD-4E12-A029-F0613AAD2E56}" type="presParOf" srcId="{E785EA2D-DE7A-43EA-B90F-EC33AD5CF084}" destId="{BE335ADC-2B49-4110-A570-296D4E956F81}" srcOrd="2" destOrd="0" presId="urn:microsoft.com/office/officeart/2008/layout/LinedList"/>
    <dgm:cxn modelId="{A2154D2F-5AB4-4D8B-A33E-E0725F8C906F}" type="presParOf" srcId="{E785EA2D-DE7A-43EA-B90F-EC33AD5CF084}" destId="{D24AD069-A349-4164-8464-0AE49130BF5F}" srcOrd="3" destOrd="0" presId="urn:microsoft.com/office/officeart/2008/layout/LinedList"/>
    <dgm:cxn modelId="{672C9E83-1F55-4406-96EC-88531AB6B388}" type="presParOf" srcId="{D24AD069-A349-4164-8464-0AE49130BF5F}" destId="{C14ECC85-53CF-4C0F-8470-0C487AB705DA}" srcOrd="0" destOrd="0" presId="urn:microsoft.com/office/officeart/2008/layout/LinedList"/>
    <dgm:cxn modelId="{8DBAAA98-704F-4287-898A-C3CE758C7A14}" type="presParOf" srcId="{D24AD069-A349-4164-8464-0AE49130BF5F}" destId="{955318D6-D9EC-4DF5-8840-58E3956853B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D9B859-B773-4C5B-A08B-80B2DDD42BA9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182D5D1-35B9-4280-982A-1073CCD8F739}">
      <dgm:prSet/>
      <dgm:spPr/>
      <dgm:t>
        <a:bodyPr/>
        <a:lstStyle/>
        <a:p>
          <a:r>
            <a:rPr lang="en-US" b="0" i="0" baseline="0"/>
            <a:t>Source: </a:t>
          </a:r>
          <a:r>
            <a:rPr lang="en-US" b="0" i="0" baseline="0">
              <a:hlinkClick xmlns:r="http://schemas.openxmlformats.org/officeDocument/2006/relationships" r:id="rId1"/>
            </a:rPr>
            <a:t>Kaggle</a:t>
          </a:r>
          <a:endParaRPr lang="en-US"/>
        </a:p>
      </dgm:t>
    </dgm:pt>
    <dgm:pt modelId="{2B88874A-7D60-4C20-AF33-7BD2CD7F82CE}" type="parTrans" cxnId="{897BDAC9-069C-4B05-B6B7-651D96AE509D}">
      <dgm:prSet/>
      <dgm:spPr/>
      <dgm:t>
        <a:bodyPr/>
        <a:lstStyle/>
        <a:p>
          <a:endParaRPr lang="en-US"/>
        </a:p>
      </dgm:t>
    </dgm:pt>
    <dgm:pt modelId="{BD207792-7B1A-411D-A320-D5C9EA519C9B}" type="sibTrans" cxnId="{897BDAC9-069C-4B05-B6B7-651D96AE509D}">
      <dgm:prSet/>
      <dgm:spPr/>
      <dgm:t>
        <a:bodyPr/>
        <a:lstStyle/>
        <a:p>
          <a:endParaRPr lang="en-US"/>
        </a:p>
      </dgm:t>
    </dgm:pt>
    <dgm:pt modelId="{1B5B7745-12F0-47E2-A785-2AA1286A77E8}">
      <dgm:prSet/>
      <dgm:spPr/>
      <dgm:t>
        <a:bodyPr/>
        <a:lstStyle/>
        <a:p>
          <a:r>
            <a:rPr lang="en-US"/>
            <a:t>Description:</a:t>
          </a:r>
          <a:r>
            <a:rPr lang="en-US" b="0" i="0" baseline="0"/>
            <a:t>CSV file with two columns (review, sentiment)</a:t>
          </a:r>
          <a:endParaRPr lang="en-US"/>
        </a:p>
      </dgm:t>
    </dgm:pt>
    <dgm:pt modelId="{4A142221-F77A-4764-BE07-21467AAE20B5}" type="parTrans" cxnId="{8F4FE3C7-2CCE-4B7D-A733-AF67ACA3794B}">
      <dgm:prSet/>
      <dgm:spPr/>
      <dgm:t>
        <a:bodyPr/>
        <a:lstStyle/>
        <a:p>
          <a:endParaRPr lang="en-US"/>
        </a:p>
      </dgm:t>
    </dgm:pt>
    <dgm:pt modelId="{884618A2-47DB-475B-A760-0C0C0F97775E}" type="sibTrans" cxnId="{8F4FE3C7-2CCE-4B7D-A733-AF67ACA3794B}">
      <dgm:prSet/>
      <dgm:spPr/>
      <dgm:t>
        <a:bodyPr/>
        <a:lstStyle/>
        <a:p>
          <a:endParaRPr lang="en-US"/>
        </a:p>
      </dgm:t>
    </dgm:pt>
    <dgm:pt modelId="{C5C697E9-6D89-4DCE-8A00-925DCFB0C1A6}">
      <dgm:prSet/>
      <dgm:spPr/>
      <dgm:t>
        <a:bodyPr/>
        <a:lstStyle/>
        <a:p>
          <a:r>
            <a:rPr lang="en-US" b="0" i="0" baseline="0"/>
            <a:t>Size: (you specify based on your dataset)</a:t>
          </a:r>
          <a:endParaRPr lang="en-US"/>
        </a:p>
      </dgm:t>
    </dgm:pt>
    <dgm:pt modelId="{AAD2A662-2102-430A-8869-3E6AB49136C0}" type="parTrans" cxnId="{A92DC8B9-F99B-4A6E-8FC4-97D298263DF1}">
      <dgm:prSet/>
      <dgm:spPr/>
      <dgm:t>
        <a:bodyPr/>
        <a:lstStyle/>
        <a:p>
          <a:endParaRPr lang="en-US"/>
        </a:p>
      </dgm:t>
    </dgm:pt>
    <dgm:pt modelId="{7E78A245-D122-48CF-916C-01B921D43640}" type="sibTrans" cxnId="{A92DC8B9-F99B-4A6E-8FC4-97D298263DF1}">
      <dgm:prSet/>
      <dgm:spPr/>
      <dgm:t>
        <a:bodyPr/>
        <a:lstStyle/>
        <a:p>
          <a:endParaRPr lang="en-US"/>
        </a:p>
      </dgm:t>
    </dgm:pt>
    <dgm:pt modelId="{CE1954E3-66E3-4331-A91C-F5C2BDAD4090}">
      <dgm:prSet/>
      <dgm:spPr/>
      <dgm:t>
        <a:bodyPr/>
        <a:lstStyle/>
        <a:p>
          <a:r>
            <a:rPr lang="en-US" b="0" i="0" baseline="0"/>
            <a:t>Balanced </a:t>
          </a:r>
          <a:endParaRPr lang="en-US"/>
        </a:p>
      </dgm:t>
    </dgm:pt>
    <dgm:pt modelId="{003EBDA1-D99E-4486-BFFC-B9214E419F8B}" type="parTrans" cxnId="{8D291918-8FD4-42E0-80D0-DA64DC9F07D1}">
      <dgm:prSet/>
      <dgm:spPr/>
      <dgm:t>
        <a:bodyPr/>
        <a:lstStyle/>
        <a:p>
          <a:endParaRPr lang="en-US"/>
        </a:p>
      </dgm:t>
    </dgm:pt>
    <dgm:pt modelId="{B0A1DE34-DCDE-4CA6-BEAA-D213FCC3C9DD}" type="sibTrans" cxnId="{8D291918-8FD4-42E0-80D0-DA64DC9F07D1}">
      <dgm:prSet/>
      <dgm:spPr/>
      <dgm:t>
        <a:bodyPr/>
        <a:lstStyle/>
        <a:p>
          <a:endParaRPr lang="en-US"/>
        </a:p>
      </dgm:t>
    </dgm:pt>
    <dgm:pt modelId="{25DB0253-165F-43C1-81B0-B7EAD77DDEB0}">
      <dgm:prSet/>
      <dgm:spPr/>
      <dgm:t>
        <a:bodyPr/>
        <a:lstStyle/>
        <a:p>
          <a:r>
            <a:rPr lang="en-US" b="0" i="0" baseline="0"/>
            <a:t>Label encoding: positive → 1, negative → 0</a:t>
          </a:r>
          <a:endParaRPr lang="en-US"/>
        </a:p>
      </dgm:t>
    </dgm:pt>
    <dgm:pt modelId="{D15C12C1-50CA-42E2-B287-924E627D64CC}" type="parTrans" cxnId="{2A5333A7-19BD-414F-8BB6-C5B0C7EC5B7E}">
      <dgm:prSet/>
      <dgm:spPr/>
      <dgm:t>
        <a:bodyPr/>
        <a:lstStyle/>
        <a:p>
          <a:endParaRPr lang="en-US"/>
        </a:p>
      </dgm:t>
    </dgm:pt>
    <dgm:pt modelId="{576C7990-AF9E-4E45-826A-4566C2B63B40}" type="sibTrans" cxnId="{2A5333A7-19BD-414F-8BB6-C5B0C7EC5B7E}">
      <dgm:prSet/>
      <dgm:spPr/>
      <dgm:t>
        <a:bodyPr/>
        <a:lstStyle/>
        <a:p>
          <a:endParaRPr lang="en-US"/>
        </a:p>
      </dgm:t>
    </dgm:pt>
    <dgm:pt modelId="{9D1C51A2-EB6B-41E6-8B29-19424AB86634}" type="pres">
      <dgm:prSet presAssocID="{E3D9B859-B773-4C5B-A08B-80B2DDD42BA9}" presName="vert0" presStyleCnt="0">
        <dgm:presLayoutVars>
          <dgm:dir/>
          <dgm:animOne val="branch"/>
          <dgm:animLvl val="lvl"/>
        </dgm:presLayoutVars>
      </dgm:prSet>
      <dgm:spPr/>
    </dgm:pt>
    <dgm:pt modelId="{D125CF1B-E48C-4C03-BA8B-5DD791CB4026}" type="pres">
      <dgm:prSet presAssocID="{5182D5D1-35B9-4280-982A-1073CCD8F739}" presName="thickLine" presStyleLbl="alignNode1" presStyleIdx="0" presStyleCnt="5"/>
      <dgm:spPr/>
    </dgm:pt>
    <dgm:pt modelId="{9ECDFA4A-3BAB-4E05-B77B-F38C2942D844}" type="pres">
      <dgm:prSet presAssocID="{5182D5D1-35B9-4280-982A-1073CCD8F739}" presName="horz1" presStyleCnt="0"/>
      <dgm:spPr/>
    </dgm:pt>
    <dgm:pt modelId="{DA864A70-95E0-4E43-9C26-BE9F1E507C45}" type="pres">
      <dgm:prSet presAssocID="{5182D5D1-35B9-4280-982A-1073CCD8F739}" presName="tx1" presStyleLbl="revTx" presStyleIdx="0" presStyleCnt="5"/>
      <dgm:spPr/>
    </dgm:pt>
    <dgm:pt modelId="{E8FFA88A-E251-4D85-AF7B-8D2124E5BCCA}" type="pres">
      <dgm:prSet presAssocID="{5182D5D1-35B9-4280-982A-1073CCD8F739}" presName="vert1" presStyleCnt="0"/>
      <dgm:spPr/>
    </dgm:pt>
    <dgm:pt modelId="{1ECA0EDD-FAA1-4C97-A276-36D5ED9EA175}" type="pres">
      <dgm:prSet presAssocID="{1B5B7745-12F0-47E2-A785-2AA1286A77E8}" presName="thickLine" presStyleLbl="alignNode1" presStyleIdx="1" presStyleCnt="5"/>
      <dgm:spPr/>
    </dgm:pt>
    <dgm:pt modelId="{1053E0FB-5611-4FB1-8E73-F722B9DF30EA}" type="pres">
      <dgm:prSet presAssocID="{1B5B7745-12F0-47E2-A785-2AA1286A77E8}" presName="horz1" presStyleCnt="0"/>
      <dgm:spPr/>
    </dgm:pt>
    <dgm:pt modelId="{8BB69B58-FDE5-4281-BBE2-487DBD28A951}" type="pres">
      <dgm:prSet presAssocID="{1B5B7745-12F0-47E2-A785-2AA1286A77E8}" presName="tx1" presStyleLbl="revTx" presStyleIdx="1" presStyleCnt="5"/>
      <dgm:spPr/>
    </dgm:pt>
    <dgm:pt modelId="{E457AF56-9EA2-406B-B432-452E74FF02DD}" type="pres">
      <dgm:prSet presAssocID="{1B5B7745-12F0-47E2-A785-2AA1286A77E8}" presName="vert1" presStyleCnt="0"/>
      <dgm:spPr/>
    </dgm:pt>
    <dgm:pt modelId="{52AE3DEB-6175-4E81-AA20-929FA3DB81A4}" type="pres">
      <dgm:prSet presAssocID="{C5C697E9-6D89-4DCE-8A00-925DCFB0C1A6}" presName="thickLine" presStyleLbl="alignNode1" presStyleIdx="2" presStyleCnt="5"/>
      <dgm:spPr/>
    </dgm:pt>
    <dgm:pt modelId="{BFBF444B-84FC-4CBA-8B3F-91564B8648A0}" type="pres">
      <dgm:prSet presAssocID="{C5C697E9-6D89-4DCE-8A00-925DCFB0C1A6}" presName="horz1" presStyleCnt="0"/>
      <dgm:spPr/>
    </dgm:pt>
    <dgm:pt modelId="{E325A7A9-E729-4BC1-BFBA-5FF80D66121B}" type="pres">
      <dgm:prSet presAssocID="{C5C697E9-6D89-4DCE-8A00-925DCFB0C1A6}" presName="tx1" presStyleLbl="revTx" presStyleIdx="2" presStyleCnt="5"/>
      <dgm:spPr/>
    </dgm:pt>
    <dgm:pt modelId="{FF5BC4F6-C25B-4A3F-B41C-B77B2D7C3767}" type="pres">
      <dgm:prSet presAssocID="{C5C697E9-6D89-4DCE-8A00-925DCFB0C1A6}" presName="vert1" presStyleCnt="0"/>
      <dgm:spPr/>
    </dgm:pt>
    <dgm:pt modelId="{7069BABF-C301-4758-A402-D360961F56CC}" type="pres">
      <dgm:prSet presAssocID="{CE1954E3-66E3-4331-A91C-F5C2BDAD4090}" presName="thickLine" presStyleLbl="alignNode1" presStyleIdx="3" presStyleCnt="5"/>
      <dgm:spPr/>
    </dgm:pt>
    <dgm:pt modelId="{FFDBB2EC-D656-4040-9698-0B4D310E3D3F}" type="pres">
      <dgm:prSet presAssocID="{CE1954E3-66E3-4331-A91C-F5C2BDAD4090}" presName="horz1" presStyleCnt="0"/>
      <dgm:spPr/>
    </dgm:pt>
    <dgm:pt modelId="{5F20F973-C2E5-42C2-95C3-573BA4780613}" type="pres">
      <dgm:prSet presAssocID="{CE1954E3-66E3-4331-A91C-F5C2BDAD4090}" presName="tx1" presStyleLbl="revTx" presStyleIdx="3" presStyleCnt="5"/>
      <dgm:spPr/>
    </dgm:pt>
    <dgm:pt modelId="{15AA7F1F-9A5B-4575-B6ED-94B0B7D8B499}" type="pres">
      <dgm:prSet presAssocID="{CE1954E3-66E3-4331-A91C-F5C2BDAD4090}" presName="vert1" presStyleCnt="0"/>
      <dgm:spPr/>
    </dgm:pt>
    <dgm:pt modelId="{29544A09-D91A-4CB2-8EC5-E9CE5FB5248E}" type="pres">
      <dgm:prSet presAssocID="{25DB0253-165F-43C1-81B0-B7EAD77DDEB0}" presName="thickLine" presStyleLbl="alignNode1" presStyleIdx="4" presStyleCnt="5"/>
      <dgm:spPr/>
    </dgm:pt>
    <dgm:pt modelId="{D99656C4-1B0A-4D35-A6E2-D070E2BA4687}" type="pres">
      <dgm:prSet presAssocID="{25DB0253-165F-43C1-81B0-B7EAD77DDEB0}" presName="horz1" presStyleCnt="0"/>
      <dgm:spPr/>
    </dgm:pt>
    <dgm:pt modelId="{A7097CB1-E5EA-4341-8A72-AD41238B921C}" type="pres">
      <dgm:prSet presAssocID="{25DB0253-165F-43C1-81B0-B7EAD77DDEB0}" presName="tx1" presStyleLbl="revTx" presStyleIdx="4" presStyleCnt="5"/>
      <dgm:spPr/>
    </dgm:pt>
    <dgm:pt modelId="{20ECB567-DA84-4455-9972-14B7B4A39B43}" type="pres">
      <dgm:prSet presAssocID="{25DB0253-165F-43C1-81B0-B7EAD77DDEB0}" presName="vert1" presStyleCnt="0"/>
      <dgm:spPr/>
    </dgm:pt>
  </dgm:ptLst>
  <dgm:cxnLst>
    <dgm:cxn modelId="{8D291918-8FD4-42E0-80D0-DA64DC9F07D1}" srcId="{E3D9B859-B773-4C5B-A08B-80B2DDD42BA9}" destId="{CE1954E3-66E3-4331-A91C-F5C2BDAD4090}" srcOrd="3" destOrd="0" parTransId="{003EBDA1-D99E-4486-BFFC-B9214E419F8B}" sibTransId="{B0A1DE34-DCDE-4CA6-BEAA-D213FCC3C9DD}"/>
    <dgm:cxn modelId="{F1405A1D-548A-4663-8FFD-F3961B59EAD6}" type="presOf" srcId="{CE1954E3-66E3-4331-A91C-F5C2BDAD4090}" destId="{5F20F973-C2E5-42C2-95C3-573BA4780613}" srcOrd="0" destOrd="0" presId="urn:microsoft.com/office/officeart/2008/layout/LinedList"/>
    <dgm:cxn modelId="{21EA7D1F-2FC0-4188-9975-9B2E777ABE12}" type="presOf" srcId="{E3D9B859-B773-4C5B-A08B-80B2DDD42BA9}" destId="{9D1C51A2-EB6B-41E6-8B29-19424AB86634}" srcOrd="0" destOrd="0" presId="urn:microsoft.com/office/officeart/2008/layout/LinedList"/>
    <dgm:cxn modelId="{86BE4E28-B769-4BF3-B84F-C24A4AF91BE2}" type="presOf" srcId="{5182D5D1-35B9-4280-982A-1073CCD8F739}" destId="{DA864A70-95E0-4E43-9C26-BE9F1E507C45}" srcOrd="0" destOrd="0" presId="urn:microsoft.com/office/officeart/2008/layout/LinedList"/>
    <dgm:cxn modelId="{9B46E97D-9347-47D1-886A-BB216A2E9B68}" type="presOf" srcId="{C5C697E9-6D89-4DCE-8A00-925DCFB0C1A6}" destId="{E325A7A9-E729-4BC1-BFBA-5FF80D66121B}" srcOrd="0" destOrd="0" presId="urn:microsoft.com/office/officeart/2008/layout/LinedList"/>
    <dgm:cxn modelId="{2A5333A7-19BD-414F-8BB6-C5B0C7EC5B7E}" srcId="{E3D9B859-B773-4C5B-A08B-80B2DDD42BA9}" destId="{25DB0253-165F-43C1-81B0-B7EAD77DDEB0}" srcOrd="4" destOrd="0" parTransId="{D15C12C1-50CA-42E2-B287-924E627D64CC}" sibTransId="{576C7990-AF9E-4E45-826A-4566C2B63B40}"/>
    <dgm:cxn modelId="{A92DC8B9-F99B-4A6E-8FC4-97D298263DF1}" srcId="{E3D9B859-B773-4C5B-A08B-80B2DDD42BA9}" destId="{C5C697E9-6D89-4DCE-8A00-925DCFB0C1A6}" srcOrd="2" destOrd="0" parTransId="{AAD2A662-2102-430A-8869-3E6AB49136C0}" sibTransId="{7E78A245-D122-48CF-916C-01B921D43640}"/>
    <dgm:cxn modelId="{8F4FE3C7-2CCE-4B7D-A733-AF67ACA3794B}" srcId="{E3D9B859-B773-4C5B-A08B-80B2DDD42BA9}" destId="{1B5B7745-12F0-47E2-A785-2AA1286A77E8}" srcOrd="1" destOrd="0" parTransId="{4A142221-F77A-4764-BE07-21467AAE20B5}" sibTransId="{884618A2-47DB-475B-A760-0C0C0F97775E}"/>
    <dgm:cxn modelId="{897BDAC9-069C-4B05-B6B7-651D96AE509D}" srcId="{E3D9B859-B773-4C5B-A08B-80B2DDD42BA9}" destId="{5182D5D1-35B9-4280-982A-1073CCD8F739}" srcOrd="0" destOrd="0" parTransId="{2B88874A-7D60-4C20-AF33-7BD2CD7F82CE}" sibTransId="{BD207792-7B1A-411D-A320-D5C9EA519C9B}"/>
    <dgm:cxn modelId="{FED607DB-21BD-4542-BFF6-819926E5B2DD}" type="presOf" srcId="{25DB0253-165F-43C1-81B0-B7EAD77DDEB0}" destId="{A7097CB1-E5EA-4341-8A72-AD41238B921C}" srcOrd="0" destOrd="0" presId="urn:microsoft.com/office/officeart/2008/layout/LinedList"/>
    <dgm:cxn modelId="{617180E1-54C5-49A6-88EF-F2999EE8DC96}" type="presOf" srcId="{1B5B7745-12F0-47E2-A785-2AA1286A77E8}" destId="{8BB69B58-FDE5-4281-BBE2-487DBD28A951}" srcOrd="0" destOrd="0" presId="urn:microsoft.com/office/officeart/2008/layout/LinedList"/>
    <dgm:cxn modelId="{4B6CE36D-997E-455D-A511-ACAF2180BE9C}" type="presParOf" srcId="{9D1C51A2-EB6B-41E6-8B29-19424AB86634}" destId="{D125CF1B-E48C-4C03-BA8B-5DD791CB4026}" srcOrd="0" destOrd="0" presId="urn:microsoft.com/office/officeart/2008/layout/LinedList"/>
    <dgm:cxn modelId="{8C920C45-CE78-44D3-881E-E7DBC97A3955}" type="presParOf" srcId="{9D1C51A2-EB6B-41E6-8B29-19424AB86634}" destId="{9ECDFA4A-3BAB-4E05-B77B-F38C2942D844}" srcOrd="1" destOrd="0" presId="urn:microsoft.com/office/officeart/2008/layout/LinedList"/>
    <dgm:cxn modelId="{F20C2032-8ED9-490A-B536-4B55BAC5D013}" type="presParOf" srcId="{9ECDFA4A-3BAB-4E05-B77B-F38C2942D844}" destId="{DA864A70-95E0-4E43-9C26-BE9F1E507C45}" srcOrd="0" destOrd="0" presId="urn:microsoft.com/office/officeart/2008/layout/LinedList"/>
    <dgm:cxn modelId="{E23C4293-593F-401B-BEEA-F5AB62612CFF}" type="presParOf" srcId="{9ECDFA4A-3BAB-4E05-B77B-F38C2942D844}" destId="{E8FFA88A-E251-4D85-AF7B-8D2124E5BCCA}" srcOrd="1" destOrd="0" presId="urn:microsoft.com/office/officeart/2008/layout/LinedList"/>
    <dgm:cxn modelId="{2C96A6F6-3CB2-4FEB-AB83-6ADEBDA9424E}" type="presParOf" srcId="{9D1C51A2-EB6B-41E6-8B29-19424AB86634}" destId="{1ECA0EDD-FAA1-4C97-A276-36D5ED9EA175}" srcOrd="2" destOrd="0" presId="urn:microsoft.com/office/officeart/2008/layout/LinedList"/>
    <dgm:cxn modelId="{C8CF1927-2D8F-434C-8D76-9BE9D297A9AA}" type="presParOf" srcId="{9D1C51A2-EB6B-41E6-8B29-19424AB86634}" destId="{1053E0FB-5611-4FB1-8E73-F722B9DF30EA}" srcOrd="3" destOrd="0" presId="urn:microsoft.com/office/officeart/2008/layout/LinedList"/>
    <dgm:cxn modelId="{6D72BD46-796A-4CDC-B5AA-EEC1249468DB}" type="presParOf" srcId="{1053E0FB-5611-4FB1-8E73-F722B9DF30EA}" destId="{8BB69B58-FDE5-4281-BBE2-487DBD28A951}" srcOrd="0" destOrd="0" presId="urn:microsoft.com/office/officeart/2008/layout/LinedList"/>
    <dgm:cxn modelId="{E507EB0D-A43C-4E82-AC20-D8EA17AE9AF1}" type="presParOf" srcId="{1053E0FB-5611-4FB1-8E73-F722B9DF30EA}" destId="{E457AF56-9EA2-406B-B432-452E74FF02DD}" srcOrd="1" destOrd="0" presId="urn:microsoft.com/office/officeart/2008/layout/LinedList"/>
    <dgm:cxn modelId="{DAAF8EBB-AB98-4A83-9EBA-9B58062FA509}" type="presParOf" srcId="{9D1C51A2-EB6B-41E6-8B29-19424AB86634}" destId="{52AE3DEB-6175-4E81-AA20-929FA3DB81A4}" srcOrd="4" destOrd="0" presId="urn:microsoft.com/office/officeart/2008/layout/LinedList"/>
    <dgm:cxn modelId="{DCE21109-8262-4164-BE40-E5BDBC521FB7}" type="presParOf" srcId="{9D1C51A2-EB6B-41E6-8B29-19424AB86634}" destId="{BFBF444B-84FC-4CBA-8B3F-91564B8648A0}" srcOrd="5" destOrd="0" presId="urn:microsoft.com/office/officeart/2008/layout/LinedList"/>
    <dgm:cxn modelId="{8F882AD2-7B41-4016-BAA2-08C5CBBE1D3E}" type="presParOf" srcId="{BFBF444B-84FC-4CBA-8B3F-91564B8648A0}" destId="{E325A7A9-E729-4BC1-BFBA-5FF80D66121B}" srcOrd="0" destOrd="0" presId="urn:microsoft.com/office/officeart/2008/layout/LinedList"/>
    <dgm:cxn modelId="{61F274F6-427E-4570-A6B3-DED0D6AB6E71}" type="presParOf" srcId="{BFBF444B-84FC-4CBA-8B3F-91564B8648A0}" destId="{FF5BC4F6-C25B-4A3F-B41C-B77B2D7C3767}" srcOrd="1" destOrd="0" presId="urn:microsoft.com/office/officeart/2008/layout/LinedList"/>
    <dgm:cxn modelId="{ADA2A972-60C0-4C80-BF26-A8BEC0860346}" type="presParOf" srcId="{9D1C51A2-EB6B-41E6-8B29-19424AB86634}" destId="{7069BABF-C301-4758-A402-D360961F56CC}" srcOrd="6" destOrd="0" presId="urn:microsoft.com/office/officeart/2008/layout/LinedList"/>
    <dgm:cxn modelId="{87297EE5-7EA4-4009-99DA-7BFB66601C23}" type="presParOf" srcId="{9D1C51A2-EB6B-41E6-8B29-19424AB86634}" destId="{FFDBB2EC-D656-4040-9698-0B4D310E3D3F}" srcOrd="7" destOrd="0" presId="urn:microsoft.com/office/officeart/2008/layout/LinedList"/>
    <dgm:cxn modelId="{23176698-FC68-45AB-BC83-77A1218457CB}" type="presParOf" srcId="{FFDBB2EC-D656-4040-9698-0B4D310E3D3F}" destId="{5F20F973-C2E5-42C2-95C3-573BA4780613}" srcOrd="0" destOrd="0" presId="urn:microsoft.com/office/officeart/2008/layout/LinedList"/>
    <dgm:cxn modelId="{F2890C0D-96AE-4C1F-94A0-F0CA48FD790E}" type="presParOf" srcId="{FFDBB2EC-D656-4040-9698-0B4D310E3D3F}" destId="{15AA7F1F-9A5B-4575-B6ED-94B0B7D8B499}" srcOrd="1" destOrd="0" presId="urn:microsoft.com/office/officeart/2008/layout/LinedList"/>
    <dgm:cxn modelId="{9137D0D1-EA57-44CE-9CAC-3808736056A5}" type="presParOf" srcId="{9D1C51A2-EB6B-41E6-8B29-19424AB86634}" destId="{29544A09-D91A-4CB2-8EC5-E9CE5FB5248E}" srcOrd="8" destOrd="0" presId="urn:microsoft.com/office/officeart/2008/layout/LinedList"/>
    <dgm:cxn modelId="{6799282B-CCEF-4A1D-918B-E44B825B5934}" type="presParOf" srcId="{9D1C51A2-EB6B-41E6-8B29-19424AB86634}" destId="{D99656C4-1B0A-4D35-A6E2-D070E2BA4687}" srcOrd="9" destOrd="0" presId="urn:microsoft.com/office/officeart/2008/layout/LinedList"/>
    <dgm:cxn modelId="{8FC380C3-7C63-45B5-AD55-8E329A67A6D3}" type="presParOf" srcId="{D99656C4-1B0A-4D35-A6E2-D070E2BA4687}" destId="{A7097CB1-E5EA-4341-8A72-AD41238B921C}" srcOrd="0" destOrd="0" presId="urn:microsoft.com/office/officeart/2008/layout/LinedList"/>
    <dgm:cxn modelId="{383AD196-7738-4B1F-BA0B-2BE7A1C1143E}" type="presParOf" srcId="{D99656C4-1B0A-4D35-A6E2-D070E2BA4687}" destId="{20ECB567-DA84-4455-9972-14B7B4A39B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2F1B87-4C04-4AC7-B446-C19C66D53528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41B76C3-EFDB-4B2A-867E-1DDB817D8F6D}">
      <dgm:prSet/>
      <dgm:spPr/>
      <dgm:t>
        <a:bodyPr/>
        <a:lstStyle/>
        <a:p>
          <a:r>
            <a:rPr lang="en-US" b="0" i="0" baseline="0"/>
            <a:t>Tokenization using Keras Tokenizer</a:t>
          </a:r>
          <a:endParaRPr lang="en-US"/>
        </a:p>
      </dgm:t>
    </dgm:pt>
    <dgm:pt modelId="{B57DA688-9896-4552-A23C-A48882A2355D}" type="parTrans" cxnId="{E44288AE-439A-4A22-B687-AFD45265091D}">
      <dgm:prSet/>
      <dgm:spPr/>
      <dgm:t>
        <a:bodyPr/>
        <a:lstStyle/>
        <a:p>
          <a:endParaRPr lang="en-US"/>
        </a:p>
      </dgm:t>
    </dgm:pt>
    <dgm:pt modelId="{47A4A90D-EDE9-4AC8-A9AE-FCCE8C470E9D}" type="sibTrans" cxnId="{E44288AE-439A-4A22-B687-AFD45265091D}">
      <dgm:prSet/>
      <dgm:spPr/>
      <dgm:t>
        <a:bodyPr/>
        <a:lstStyle/>
        <a:p>
          <a:endParaRPr lang="en-US"/>
        </a:p>
      </dgm:t>
    </dgm:pt>
    <dgm:pt modelId="{AF01962A-9D06-4E6D-BACB-8916B099A364}">
      <dgm:prSet/>
      <dgm:spPr/>
      <dgm:t>
        <a:bodyPr/>
        <a:lstStyle/>
        <a:p>
          <a:r>
            <a:rPr lang="en-US" b="0" i="0" baseline="0"/>
            <a:t>Maximum vocabulary size: 10,000</a:t>
          </a:r>
          <a:endParaRPr lang="en-US"/>
        </a:p>
      </dgm:t>
    </dgm:pt>
    <dgm:pt modelId="{7A9EAEA5-4F3B-492B-B38D-ED128E441330}" type="parTrans" cxnId="{94593040-505D-4901-A0FD-F234952017AD}">
      <dgm:prSet/>
      <dgm:spPr/>
      <dgm:t>
        <a:bodyPr/>
        <a:lstStyle/>
        <a:p>
          <a:endParaRPr lang="en-US"/>
        </a:p>
      </dgm:t>
    </dgm:pt>
    <dgm:pt modelId="{7220C023-2BDE-483D-9E6E-58C6868794D3}" type="sibTrans" cxnId="{94593040-505D-4901-A0FD-F234952017AD}">
      <dgm:prSet/>
      <dgm:spPr/>
      <dgm:t>
        <a:bodyPr/>
        <a:lstStyle/>
        <a:p>
          <a:endParaRPr lang="en-US"/>
        </a:p>
      </dgm:t>
    </dgm:pt>
    <dgm:pt modelId="{19F3E525-DA9A-4BE4-B88D-4DAA11E39417}">
      <dgm:prSet/>
      <dgm:spPr/>
      <dgm:t>
        <a:bodyPr/>
        <a:lstStyle/>
        <a:p>
          <a:r>
            <a:rPr lang="en-US" b="0" i="0" baseline="0"/>
            <a:t>Padding: Max length = 200 tokens</a:t>
          </a:r>
          <a:endParaRPr lang="en-US"/>
        </a:p>
      </dgm:t>
    </dgm:pt>
    <dgm:pt modelId="{8998ADCD-2B35-4689-9110-05FDD30987E3}" type="parTrans" cxnId="{1DEE9855-46F8-4288-AA3C-AAB22F4D8DC5}">
      <dgm:prSet/>
      <dgm:spPr/>
      <dgm:t>
        <a:bodyPr/>
        <a:lstStyle/>
        <a:p>
          <a:endParaRPr lang="en-US"/>
        </a:p>
      </dgm:t>
    </dgm:pt>
    <dgm:pt modelId="{C5B9C9F8-E9E7-4583-B3F5-32EB3DE7D18D}" type="sibTrans" cxnId="{1DEE9855-46F8-4288-AA3C-AAB22F4D8DC5}">
      <dgm:prSet/>
      <dgm:spPr/>
      <dgm:t>
        <a:bodyPr/>
        <a:lstStyle/>
        <a:p>
          <a:endParaRPr lang="en-US"/>
        </a:p>
      </dgm:t>
    </dgm:pt>
    <dgm:pt modelId="{1BA4A4C3-2A22-4069-AC94-B8C0765C89CA}">
      <dgm:prSet/>
      <dgm:spPr/>
      <dgm:t>
        <a:bodyPr/>
        <a:lstStyle/>
        <a:p>
          <a:r>
            <a:rPr lang="en-US" b="0" i="0" baseline="0"/>
            <a:t>Label encoding using sklearn’s LabelEncoder</a:t>
          </a:r>
          <a:endParaRPr lang="en-US"/>
        </a:p>
      </dgm:t>
    </dgm:pt>
    <dgm:pt modelId="{71DDEA5C-E715-4B54-B92A-4C57A2A3A9BA}" type="parTrans" cxnId="{3BCE672A-6297-4C01-A9CF-D22C6AC33F2F}">
      <dgm:prSet/>
      <dgm:spPr/>
      <dgm:t>
        <a:bodyPr/>
        <a:lstStyle/>
        <a:p>
          <a:endParaRPr lang="en-US"/>
        </a:p>
      </dgm:t>
    </dgm:pt>
    <dgm:pt modelId="{CAE9F099-D4E4-425C-BC99-03DF92F354D1}" type="sibTrans" cxnId="{3BCE672A-6297-4C01-A9CF-D22C6AC33F2F}">
      <dgm:prSet/>
      <dgm:spPr/>
      <dgm:t>
        <a:bodyPr/>
        <a:lstStyle/>
        <a:p>
          <a:endParaRPr lang="en-US"/>
        </a:p>
      </dgm:t>
    </dgm:pt>
    <dgm:pt modelId="{6C4B2780-C9D4-4C47-B9D9-C9C9E1638C3A}" type="pres">
      <dgm:prSet presAssocID="{4D2F1B87-4C04-4AC7-B446-C19C66D53528}" presName="vert0" presStyleCnt="0">
        <dgm:presLayoutVars>
          <dgm:dir/>
          <dgm:animOne val="branch"/>
          <dgm:animLvl val="lvl"/>
        </dgm:presLayoutVars>
      </dgm:prSet>
      <dgm:spPr/>
    </dgm:pt>
    <dgm:pt modelId="{25C81C0B-05A9-4742-A6DB-2EEF6D0A4489}" type="pres">
      <dgm:prSet presAssocID="{741B76C3-EFDB-4B2A-867E-1DDB817D8F6D}" presName="thickLine" presStyleLbl="alignNode1" presStyleIdx="0" presStyleCnt="4"/>
      <dgm:spPr/>
    </dgm:pt>
    <dgm:pt modelId="{65415A14-A33E-4720-A25C-9253F2728BB9}" type="pres">
      <dgm:prSet presAssocID="{741B76C3-EFDB-4B2A-867E-1DDB817D8F6D}" presName="horz1" presStyleCnt="0"/>
      <dgm:spPr/>
    </dgm:pt>
    <dgm:pt modelId="{21142CB5-CCDC-409B-A71D-767C3B950F9C}" type="pres">
      <dgm:prSet presAssocID="{741B76C3-EFDB-4B2A-867E-1DDB817D8F6D}" presName="tx1" presStyleLbl="revTx" presStyleIdx="0" presStyleCnt="4"/>
      <dgm:spPr/>
    </dgm:pt>
    <dgm:pt modelId="{C7BE28A1-3D70-46F6-BAC1-7B932F734055}" type="pres">
      <dgm:prSet presAssocID="{741B76C3-EFDB-4B2A-867E-1DDB817D8F6D}" presName="vert1" presStyleCnt="0"/>
      <dgm:spPr/>
    </dgm:pt>
    <dgm:pt modelId="{E873E6B0-2DFD-4A7E-98D9-8F96CA2A82FB}" type="pres">
      <dgm:prSet presAssocID="{AF01962A-9D06-4E6D-BACB-8916B099A364}" presName="thickLine" presStyleLbl="alignNode1" presStyleIdx="1" presStyleCnt="4"/>
      <dgm:spPr/>
    </dgm:pt>
    <dgm:pt modelId="{943F98AB-6120-4A01-9CAA-9306A3FAE330}" type="pres">
      <dgm:prSet presAssocID="{AF01962A-9D06-4E6D-BACB-8916B099A364}" presName="horz1" presStyleCnt="0"/>
      <dgm:spPr/>
    </dgm:pt>
    <dgm:pt modelId="{B8B4EF4B-1CCB-4173-8E31-1B5515C10AE1}" type="pres">
      <dgm:prSet presAssocID="{AF01962A-9D06-4E6D-BACB-8916B099A364}" presName="tx1" presStyleLbl="revTx" presStyleIdx="1" presStyleCnt="4"/>
      <dgm:spPr/>
    </dgm:pt>
    <dgm:pt modelId="{CA61F984-8301-40EF-A6DD-A1E2737EE01E}" type="pres">
      <dgm:prSet presAssocID="{AF01962A-9D06-4E6D-BACB-8916B099A364}" presName="vert1" presStyleCnt="0"/>
      <dgm:spPr/>
    </dgm:pt>
    <dgm:pt modelId="{E39D4E45-276D-4731-A6EC-EC7D4B642933}" type="pres">
      <dgm:prSet presAssocID="{19F3E525-DA9A-4BE4-B88D-4DAA11E39417}" presName="thickLine" presStyleLbl="alignNode1" presStyleIdx="2" presStyleCnt="4"/>
      <dgm:spPr/>
    </dgm:pt>
    <dgm:pt modelId="{160A50BB-A72E-4F71-A401-228F1D2D0305}" type="pres">
      <dgm:prSet presAssocID="{19F3E525-DA9A-4BE4-B88D-4DAA11E39417}" presName="horz1" presStyleCnt="0"/>
      <dgm:spPr/>
    </dgm:pt>
    <dgm:pt modelId="{DC112184-99E2-44A4-9C5D-039C27C919E9}" type="pres">
      <dgm:prSet presAssocID="{19F3E525-DA9A-4BE4-B88D-4DAA11E39417}" presName="tx1" presStyleLbl="revTx" presStyleIdx="2" presStyleCnt="4"/>
      <dgm:spPr/>
    </dgm:pt>
    <dgm:pt modelId="{5A6864F0-F825-417C-81A6-EDCD22B15F96}" type="pres">
      <dgm:prSet presAssocID="{19F3E525-DA9A-4BE4-B88D-4DAA11E39417}" presName="vert1" presStyleCnt="0"/>
      <dgm:spPr/>
    </dgm:pt>
    <dgm:pt modelId="{E2D7993C-83B0-4528-80CC-70DF511E6271}" type="pres">
      <dgm:prSet presAssocID="{1BA4A4C3-2A22-4069-AC94-B8C0765C89CA}" presName="thickLine" presStyleLbl="alignNode1" presStyleIdx="3" presStyleCnt="4"/>
      <dgm:spPr/>
    </dgm:pt>
    <dgm:pt modelId="{4F208EDD-9D66-4D0B-8343-4185AF46E6D1}" type="pres">
      <dgm:prSet presAssocID="{1BA4A4C3-2A22-4069-AC94-B8C0765C89CA}" presName="horz1" presStyleCnt="0"/>
      <dgm:spPr/>
    </dgm:pt>
    <dgm:pt modelId="{3FDBADE0-3EA7-483A-8690-82F240016E7F}" type="pres">
      <dgm:prSet presAssocID="{1BA4A4C3-2A22-4069-AC94-B8C0765C89CA}" presName="tx1" presStyleLbl="revTx" presStyleIdx="3" presStyleCnt="4"/>
      <dgm:spPr/>
    </dgm:pt>
    <dgm:pt modelId="{6036CEBA-E88C-4D31-9C8C-47878E4E9533}" type="pres">
      <dgm:prSet presAssocID="{1BA4A4C3-2A22-4069-AC94-B8C0765C89CA}" presName="vert1" presStyleCnt="0"/>
      <dgm:spPr/>
    </dgm:pt>
  </dgm:ptLst>
  <dgm:cxnLst>
    <dgm:cxn modelId="{178E9F11-75E9-400A-AC80-DCFD4C2262A4}" type="presOf" srcId="{AF01962A-9D06-4E6D-BACB-8916B099A364}" destId="{B8B4EF4B-1CCB-4173-8E31-1B5515C10AE1}" srcOrd="0" destOrd="0" presId="urn:microsoft.com/office/officeart/2008/layout/LinedList"/>
    <dgm:cxn modelId="{32A75D20-FD53-4FA2-8C0F-ABA8EEEE6EF6}" type="presOf" srcId="{741B76C3-EFDB-4B2A-867E-1DDB817D8F6D}" destId="{21142CB5-CCDC-409B-A71D-767C3B950F9C}" srcOrd="0" destOrd="0" presId="urn:microsoft.com/office/officeart/2008/layout/LinedList"/>
    <dgm:cxn modelId="{3BCE672A-6297-4C01-A9CF-D22C6AC33F2F}" srcId="{4D2F1B87-4C04-4AC7-B446-C19C66D53528}" destId="{1BA4A4C3-2A22-4069-AC94-B8C0765C89CA}" srcOrd="3" destOrd="0" parTransId="{71DDEA5C-E715-4B54-B92A-4C57A2A3A9BA}" sibTransId="{CAE9F099-D4E4-425C-BC99-03DF92F354D1}"/>
    <dgm:cxn modelId="{94593040-505D-4901-A0FD-F234952017AD}" srcId="{4D2F1B87-4C04-4AC7-B446-C19C66D53528}" destId="{AF01962A-9D06-4E6D-BACB-8916B099A364}" srcOrd="1" destOrd="0" parTransId="{7A9EAEA5-4F3B-492B-B38D-ED128E441330}" sibTransId="{7220C023-2BDE-483D-9E6E-58C6868794D3}"/>
    <dgm:cxn modelId="{060EA553-23BC-44EB-8820-6B48FE6FA576}" type="presOf" srcId="{4D2F1B87-4C04-4AC7-B446-C19C66D53528}" destId="{6C4B2780-C9D4-4C47-B9D9-C9C9E1638C3A}" srcOrd="0" destOrd="0" presId="urn:microsoft.com/office/officeart/2008/layout/LinedList"/>
    <dgm:cxn modelId="{1DEE9855-46F8-4288-AA3C-AAB22F4D8DC5}" srcId="{4D2F1B87-4C04-4AC7-B446-C19C66D53528}" destId="{19F3E525-DA9A-4BE4-B88D-4DAA11E39417}" srcOrd="2" destOrd="0" parTransId="{8998ADCD-2B35-4689-9110-05FDD30987E3}" sibTransId="{C5B9C9F8-E9E7-4583-B3F5-32EB3DE7D18D}"/>
    <dgm:cxn modelId="{E44288AE-439A-4A22-B687-AFD45265091D}" srcId="{4D2F1B87-4C04-4AC7-B446-C19C66D53528}" destId="{741B76C3-EFDB-4B2A-867E-1DDB817D8F6D}" srcOrd="0" destOrd="0" parTransId="{B57DA688-9896-4552-A23C-A48882A2355D}" sibTransId="{47A4A90D-EDE9-4AC8-A9AE-FCCE8C470E9D}"/>
    <dgm:cxn modelId="{B5E78EAE-D704-4F32-9F67-C04A5E915477}" type="presOf" srcId="{1BA4A4C3-2A22-4069-AC94-B8C0765C89CA}" destId="{3FDBADE0-3EA7-483A-8690-82F240016E7F}" srcOrd="0" destOrd="0" presId="urn:microsoft.com/office/officeart/2008/layout/LinedList"/>
    <dgm:cxn modelId="{9C338CBB-B2D3-4765-9A71-E574703B51D2}" type="presOf" srcId="{19F3E525-DA9A-4BE4-B88D-4DAA11E39417}" destId="{DC112184-99E2-44A4-9C5D-039C27C919E9}" srcOrd="0" destOrd="0" presId="urn:microsoft.com/office/officeart/2008/layout/LinedList"/>
    <dgm:cxn modelId="{B937AA1F-FEEA-4EBC-9F63-99ACC0251847}" type="presParOf" srcId="{6C4B2780-C9D4-4C47-B9D9-C9C9E1638C3A}" destId="{25C81C0B-05A9-4742-A6DB-2EEF6D0A4489}" srcOrd="0" destOrd="0" presId="urn:microsoft.com/office/officeart/2008/layout/LinedList"/>
    <dgm:cxn modelId="{6C0ACABE-06BD-4976-B904-00ABFE1E3239}" type="presParOf" srcId="{6C4B2780-C9D4-4C47-B9D9-C9C9E1638C3A}" destId="{65415A14-A33E-4720-A25C-9253F2728BB9}" srcOrd="1" destOrd="0" presId="urn:microsoft.com/office/officeart/2008/layout/LinedList"/>
    <dgm:cxn modelId="{04814983-FCFC-44ED-B60E-2FD4EC0F2B45}" type="presParOf" srcId="{65415A14-A33E-4720-A25C-9253F2728BB9}" destId="{21142CB5-CCDC-409B-A71D-767C3B950F9C}" srcOrd="0" destOrd="0" presId="urn:microsoft.com/office/officeart/2008/layout/LinedList"/>
    <dgm:cxn modelId="{48B83BCF-D152-475D-B7B5-AA49D6D5E746}" type="presParOf" srcId="{65415A14-A33E-4720-A25C-9253F2728BB9}" destId="{C7BE28A1-3D70-46F6-BAC1-7B932F734055}" srcOrd="1" destOrd="0" presId="urn:microsoft.com/office/officeart/2008/layout/LinedList"/>
    <dgm:cxn modelId="{A2B311D3-8C84-4A1F-8A91-CCE54A8EFB8D}" type="presParOf" srcId="{6C4B2780-C9D4-4C47-B9D9-C9C9E1638C3A}" destId="{E873E6B0-2DFD-4A7E-98D9-8F96CA2A82FB}" srcOrd="2" destOrd="0" presId="urn:microsoft.com/office/officeart/2008/layout/LinedList"/>
    <dgm:cxn modelId="{B05C16F4-A4B9-4268-8D91-3B62ED7D1A7C}" type="presParOf" srcId="{6C4B2780-C9D4-4C47-B9D9-C9C9E1638C3A}" destId="{943F98AB-6120-4A01-9CAA-9306A3FAE330}" srcOrd="3" destOrd="0" presId="urn:microsoft.com/office/officeart/2008/layout/LinedList"/>
    <dgm:cxn modelId="{2514FE1A-031C-4153-8B32-9DEB212C4195}" type="presParOf" srcId="{943F98AB-6120-4A01-9CAA-9306A3FAE330}" destId="{B8B4EF4B-1CCB-4173-8E31-1B5515C10AE1}" srcOrd="0" destOrd="0" presId="urn:microsoft.com/office/officeart/2008/layout/LinedList"/>
    <dgm:cxn modelId="{E97E53F4-0502-4C72-B066-2BCAE092B30D}" type="presParOf" srcId="{943F98AB-6120-4A01-9CAA-9306A3FAE330}" destId="{CA61F984-8301-40EF-A6DD-A1E2737EE01E}" srcOrd="1" destOrd="0" presId="urn:microsoft.com/office/officeart/2008/layout/LinedList"/>
    <dgm:cxn modelId="{034345A0-EEE8-491F-95D8-FE5906ED6562}" type="presParOf" srcId="{6C4B2780-C9D4-4C47-B9D9-C9C9E1638C3A}" destId="{E39D4E45-276D-4731-A6EC-EC7D4B642933}" srcOrd="4" destOrd="0" presId="urn:microsoft.com/office/officeart/2008/layout/LinedList"/>
    <dgm:cxn modelId="{D33F9BC7-8991-4423-B547-1F2B6DC8C6A0}" type="presParOf" srcId="{6C4B2780-C9D4-4C47-B9D9-C9C9E1638C3A}" destId="{160A50BB-A72E-4F71-A401-228F1D2D0305}" srcOrd="5" destOrd="0" presId="urn:microsoft.com/office/officeart/2008/layout/LinedList"/>
    <dgm:cxn modelId="{4D760C76-0665-486D-B4CC-6CE89A04C4D9}" type="presParOf" srcId="{160A50BB-A72E-4F71-A401-228F1D2D0305}" destId="{DC112184-99E2-44A4-9C5D-039C27C919E9}" srcOrd="0" destOrd="0" presId="urn:microsoft.com/office/officeart/2008/layout/LinedList"/>
    <dgm:cxn modelId="{C440D46E-C882-40C5-BF9D-D0AB2B477480}" type="presParOf" srcId="{160A50BB-A72E-4F71-A401-228F1D2D0305}" destId="{5A6864F0-F825-417C-81A6-EDCD22B15F96}" srcOrd="1" destOrd="0" presId="urn:microsoft.com/office/officeart/2008/layout/LinedList"/>
    <dgm:cxn modelId="{83F3605C-E314-48EB-808E-CB8F76CE5A0F}" type="presParOf" srcId="{6C4B2780-C9D4-4C47-B9D9-C9C9E1638C3A}" destId="{E2D7993C-83B0-4528-80CC-70DF511E6271}" srcOrd="6" destOrd="0" presId="urn:microsoft.com/office/officeart/2008/layout/LinedList"/>
    <dgm:cxn modelId="{ACCCADB3-AE39-4A7A-9A3D-7C0A5A3E123C}" type="presParOf" srcId="{6C4B2780-C9D4-4C47-B9D9-C9C9E1638C3A}" destId="{4F208EDD-9D66-4D0B-8343-4185AF46E6D1}" srcOrd="7" destOrd="0" presId="urn:microsoft.com/office/officeart/2008/layout/LinedList"/>
    <dgm:cxn modelId="{618B02B8-B422-4E8C-93DF-5C10AA3BC677}" type="presParOf" srcId="{4F208EDD-9D66-4D0B-8343-4185AF46E6D1}" destId="{3FDBADE0-3EA7-483A-8690-82F240016E7F}" srcOrd="0" destOrd="0" presId="urn:microsoft.com/office/officeart/2008/layout/LinedList"/>
    <dgm:cxn modelId="{CD487D6C-7074-443D-8E78-DA482D8AEAAE}" type="presParOf" srcId="{4F208EDD-9D66-4D0B-8343-4185AF46E6D1}" destId="{6036CEBA-E88C-4D31-9C8C-47878E4E953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8204D4-AED1-4AB3-B1CE-6690122BE341}" type="doc">
      <dgm:prSet loTypeId="urn:microsoft.com/office/officeart/2008/layout/LinedLis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D7213BD-DFB1-4936-B044-2C26C36873B2}">
      <dgm:prSet/>
      <dgm:spPr/>
      <dgm:t>
        <a:bodyPr/>
        <a:lstStyle/>
        <a:p>
          <a:r>
            <a:rPr lang="en-US" b="0" i="0" baseline="0"/>
            <a:t>Optimizer: Adam</a:t>
          </a:r>
          <a:endParaRPr lang="en-US"/>
        </a:p>
      </dgm:t>
    </dgm:pt>
    <dgm:pt modelId="{84311B81-C45D-4647-A4C0-94247997DBAE}" type="parTrans" cxnId="{B0D4DD89-0F82-4478-BE54-A65B8858F1BE}">
      <dgm:prSet/>
      <dgm:spPr/>
      <dgm:t>
        <a:bodyPr/>
        <a:lstStyle/>
        <a:p>
          <a:endParaRPr lang="en-US"/>
        </a:p>
      </dgm:t>
    </dgm:pt>
    <dgm:pt modelId="{5F7E247C-8C17-4DC5-BA06-09632791A2E4}" type="sibTrans" cxnId="{B0D4DD89-0F82-4478-BE54-A65B8858F1BE}">
      <dgm:prSet/>
      <dgm:spPr/>
      <dgm:t>
        <a:bodyPr/>
        <a:lstStyle/>
        <a:p>
          <a:endParaRPr lang="en-US"/>
        </a:p>
      </dgm:t>
    </dgm:pt>
    <dgm:pt modelId="{307D3B4F-3285-4B2E-AD67-ABAD4D01100E}">
      <dgm:prSet/>
      <dgm:spPr/>
      <dgm:t>
        <a:bodyPr/>
        <a:lstStyle/>
        <a:p>
          <a:r>
            <a:rPr lang="en-US" b="0" i="0" baseline="0"/>
            <a:t>Loss Function: Binary Crossentropy</a:t>
          </a:r>
          <a:endParaRPr lang="en-US"/>
        </a:p>
      </dgm:t>
    </dgm:pt>
    <dgm:pt modelId="{658CA0B8-1FC4-4DAB-A4B5-C251C332AE76}" type="parTrans" cxnId="{FE54D190-D636-48E3-8AC3-E8B797E8453B}">
      <dgm:prSet/>
      <dgm:spPr/>
      <dgm:t>
        <a:bodyPr/>
        <a:lstStyle/>
        <a:p>
          <a:endParaRPr lang="en-US"/>
        </a:p>
      </dgm:t>
    </dgm:pt>
    <dgm:pt modelId="{03C1DF72-C0E3-42DD-A25E-1B82B1C1F873}" type="sibTrans" cxnId="{FE54D190-D636-48E3-8AC3-E8B797E8453B}">
      <dgm:prSet/>
      <dgm:spPr/>
      <dgm:t>
        <a:bodyPr/>
        <a:lstStyle/>
        <a:p>
          <a:endParaRPr lang="en-US"/>
        </a:p>
      </dgm:t>
    </dgm:pt>
    <dgm:pt modelId="{94AD8FE4-8921-41F9-8DCA-E6ADF831A305}">
      <dgm:prSet/>
      <dgm:spPr/>
      <dgm:t>
        <a:bodyPr/>
        <a:lstStyle/>
        <a:p>
          <a:r>
            <a:rPr lang="en-US" b="0" i="0" baseline="0"/>
            <a:t>Epochs: 10</a:t>
          </a:r>
          <a:endParaRPr lang="en-US"/>
        </a:p>
      </dgm:t>
    </dgm:pt>
    <dgm:pt modelId="{0B2A12B8-70B2-48A8-90FC-98AA3F8D17C2}" type="parTrans" cxnId="{EDB95FEE-C3D7-4830-8D23-6586984FC7D2}">
      <dgm:prSet/>
      <dgm:spPr/>
      <dgm:t>
        <a:bodyPr/>
        <a:lstStyle/>
        <a:p>
          <a:endParaRPr lang="en-US"/>
        </a:p>
      </dgm:t>
    </dgm:pt>
    <dgm:pt modelId="{D0D83BEC-C8FE-4244-AB17-F526B6DBABDE}" type="sibTrans" cxnId="{EDB95FEE-C3D7-4830-8D23-6586984FC7D2}">
      <dgm:prSet/>
      <dgm:spPr/>
      <dgm:t>
        <a:bodyPr/>
        <a:lstStyle/>
        <a:p>
          <a:endParaRPr lang="en-US"/>
        </a:p>
      </dgm:t>
    </dgm:pt>
    <dgm:pt modelId="{8D2A6469-D16D-48D5-82C4-463753D2CF97}">
      <dgm:prSet/>
      <dgm:spPr/>
      <dgm:t>
        <a:bodyPr/>
        <a:lstStyle/>
        <a:p>
          <a:r>
            <a:rPr lang="en-US" b="0" i="0" baseline="0"/>
            <a:t>Batch Size: 64</a:t>
          </a:r>
          <a:endParaRPr lang="en-US"/>
        </a:p>
      </dgm:t>
    </dgm:pt>
    <dgm:pt modelId="{D1FD7C44-FA55-4AB7-93F9-B2A8A6A2170F}" type="parTrans" cxnId="{8EB64E95-06D8-4FBA-94A3-1A6CD4325B86}">
      <dgm:prSet/>
      <dgm:spPr/>
      <dgm:t>
        <a:bodyPr/>
        <a:lstStyle/>
        <a:p>
          <a:endParaRPr lang="en-US"/>
        </a:p>
      </dgm:t>
    </dgm:pt>
    <dgm:pt modelId="{EA75FDA0-B494-4A56-95DF-69810460ACAF}" type="sibTrans" cxnId="{8EB64E95-06D8-4FBA-94A3-1A6CD4325B86}">
      <dgm:prSet/>
      <dgm:spPr/>
      <dgm:t>
        <a:bodyPr/>
        <a:lstStyle/>
        <a:p>
          <a:endParaRPr lang="en-US"/>
        </a:p>
      </dgm:t>
    </dgm:pt>
    <dgm:pt modelId="{A3872F42-7A9C-41DA-9387-1013FFC95885}">
      <dgm:prSet/>
      <dgm:spPr/>
      <dgm:t>
        <a:bodyPr/>
        <a:lstStyle/>
        <a:p>
          <a:r>
            <a:rPr lang="en-US" b="0" i="0" baseline="0"/>
            <a:t>Validation Split: 20%</a:t>
          </a:r>
          <a:endParaRPr lang="en-US"/>
        </a:p>
      </dgm:t>
    </dgm:pt>
    <dgm:pt modelId="{E30F49F7-D252-4370-A028-EE4D3C518975}" type="parTrans" cxnId="{7546D164-80AC-42BC-8510-E1B279363FC3}">
      <dgm:prSet/>
      <dgm:spPr/>
      <dgm:t>
        <a:bodyPr/>
        <a:lstStyle/>
        <a:p>
          <a:endParaRPr lang="en-US"/>
        </a:p>
      </dgm:t>
    </dgm:pt>
    <dgm:pt modelId="{2996B0D2-7AA5-45E3-8E9B-2699D56181A5}" type="sibTrans" cxnId="{7546D164-80AC-42BC-8510-E1B279363FC3}">
      <dgm:prSet/>
      <dgm:spPr/>
      <dgm:t>
        <a:bodyPr/>
        <a:lstStyle/>
        <a:p>
          <a:endParaRPr lang="en-US"/>
        </a:p>
      </dgm:t>
    </dgm:pt>
    <dgm:pt modelId="{D9BC503E-8F39-4F44-9C83-C0C8ABF4DB19}">
      <dgm:prSet/>
      <dgm:spPr/>
      <dgm:t>
        <a:bodyPr/>
        <a:lstStyle/>
        <a:p>
          <a:r>
            <a:rPr lang="en-US" b="0" i="0" baseline="0"/>
            <a:t>Accuracy on test data: ~85%Loss  </a:t>
          </a:r>
          <a:endParaRPr lang="en-US"/>
        </a:p>
      </dgm:t>
    </dgm:pt>
    <dgm:pt modelId="{5231ABDD-CB3A-4F90-B88E-2F5B06AB57D4}" type="parTrans" cxnId="{D93F724E-BC8C-4165-99A8-07C9E96B184D}">
      <dgm:prSet/>
      <dgm:spPr/>
      <dgm:t>
        <a:bodyPr/>
        <a:lstStyle/>
        <a:p>
          <a:endParaRPr lang="en-US"/>
        </a:p>
      </dgm:t>
    </dgm:pt>
    <dgm:pt modelId="{F683D5A9-14E3-4F76-A0D4-63ED10F76725}" type="sibTrans" cxnId="{D93F724E-BC8C-4165-99A8-07C9E96B184D}">
      <dgm:prSet/>
      <dgm:spPr/>
      <dgm:t>
        <a:bodyPr/>
        <a:lstStyle/>
        <a:p>
          <a:endParaRPr lang="en-US"/>
        </a:p>
      </dgm:t>
    </dgm:pt>
    <dgm:pt modelId="{0682DD68-50EA-4668-A228-B8F0267086C3}">
      <dgm:prSet/>
      <dgm:spPr/>
      <dgm:t>
        <a:bodyPr/>
        <a:lstStyle/>
        <a:p>
          <a:r>
            <a:rPr lang="en-US" b="0" i="0" baseline="0"/>
            <a:t>accuracy curves over epochs</a:t>
          </a:r>
          <a:endParaRPr lang="en-US"/>
        </a:p>
      </dgm:t>
    </dgm:pt>
    <dgm:pt modelId="{62D7062A-BE58-4301-9330-C8AD596D7049}" type="parTrans" cxnId="{A0407830-ACD3-40EE-BE6B-71A4B8001C62}">
      <dgm:prSet/>
      <dgm:spPr/>
      <dgm:t>
        <a:bodyPr/>
        <a:lstStyle/>
        <a:p>
          <a:endParaRPr lang="en-US"/>
        </a:p>
      </dgm:t>
    </dgm:pt>
    <dgm:pt modelId="{C262F5AB-3668-4A4F-8AAA-F98C2DE636C1}" type="sibTrans" cxnId="{A0407830-ACD3-40EE-BE6B-71A4B8001C62}">
      <dgm:prSet/>
      <dgm:spPr/>
      <dgm:t>
        <a:bodyPr/>
        <a:lstStyle/>
        <a:p>
          <a:endParaRPr lang="en-US"/>
        </a:p>
      </dgm:t>
    </dgm:pt>
    <dgm:pt modelId="{88D3498C-1EDB-4D5E-A532-AE06B8E69A34}">
      <dgm:prSet/>
      <dgm:spPr/>
      <dgm:t>
        <a:bodyPr/>
        <a:lstStyle/>
        <a:p>
          <a:r>
            <a:rPr lang="en-US" b="0" i="0" baseline="0"/>
            <a:t>Confusion matrix</a:t>
          </a:r>
          <a:endParaRPr lang="en-US"/>
        </a:p>
      </dgm:t>
    </dgm:pt>
    <dgm:pt modelId="{8FF61205-B119-4D07-9601-1341D3152479}" type="parTrans" cxnId="{6CD830D8-83A3-49AE-ACBB-51562DD61E14}">
      <dgm:prSet/>
      <dgm:spPr/>
      <dgm:t>
        <a:bodyPr/>
        <a:lstStyle/>
        <a:p>
          <a:endParaRPr lang="en-US"/>
        </a:p>
      </dgm:t>
    </dgm:pt>
    <dgm:pt modelId="{ADA412D8-523E-4101-803A-CB8F95B8C59E}" type="sibTrans" cxnId="{6CD830D8-83A3-49AE-ACBB-51562DD61E14}">
      <dgm:prSet/>
      <dgm:spPr/>
      <dgm:t>
        <a:bodyPr/>
        <a:lstStyle/>
        <a:p>
          <a:endParaRPr lang="en-US"/>
        </a:p>
      </dgm:t>
    </dgm:pt>
    <dgm:pt modelId="{F9435BC8-F908-4C07-B19F-5D20C6C8E85B}" type="pres">
      <dgm:prSet presAssocID="{FA8204D4-AED1-4AB3-B1CE-6690122BE341}" presName="vert0" presStyleCnt="0">
        <dgm:presLayoutVars>
          <dgm:dir/>
          <dgm:animOne val="branch"/>
          <dgm:animLvl val="lvl"/>
        </dgm:presLayoutVars>
      </dgm:prSet>
      <dgm:spPr/>
    </dgm:pt>
    <dgm:pt modelId="{206A37D3-1307-4DDB-A086-EB06CDD6918C}" type="pres">
      <dgm:prSet presAssocID="{8D7213BD-DFB1-4936-B044-2C26C36873B2}" presName="thickLine" presStyleLbl="alignNode1" presStyleIdx="0" presStyleCnt="8"/>
      <dgm:spPr/>
    </dgm:pt>
    <dgm:pt modelId="{E7DBFCD5-E141-4AEA-BF20-F501207FE6D2}" type="pres">
      <dgm:prSet presAssocID="{8D7213BD-DFB1-4936-B044-2C26C36873B2}" presName="horz1" presStyleCnt="0"/>
      <dgm:spPr/>
    </dgm:pt>
    <dgm:pt modelId="{69AB0CFD-2035-433D-9ABC-6CA9FEDF7930}" type="pres">
      <dgm:prSet presAssocID="{8D7213BD-DFB1-4936-B044-2C26C36873B2}" presName="tx1" presStyleLbl="revTx" presStyleIdx="0" presStyleCnt="8"/>
      <dgm:spPr/>
    </dgm:pt>
    <dgm:pt modelId="{B083C481-01F2-447E-9293-23E748A0A606}" type="pres">
      <dgm:prSet presAssocID="{8D7213BD-DFB1-4936-B044-2C26C36873B2}" presName="vert1" presStyleCnt="0"/>
      <dgm:spPr/>
    </dgm:pt>
    <dgm:pt modelId="{F5B08E44-CE9E-400E-B55F-7A5A2B16274C}" type="pres">
      <dgm:prSet presAssocID="{307D3B4F-3285-4B2E-AD67-ABAD4D01100E}" presName="thickLine" presStyleLbl="alignNode1" presStyleIdx="1" presStyleCnt="8"/>
      <dgm:spPr/>
    </dgm:pt>
    <dgm:pt modelId="{EA5AEA70-577B-41EA-95BF-9A0072CD6B2E}" type="pres">
      <dgm:prSet presAssocID="{307D3B4F-3285-4B2E-AD67-ABAD4D01100E}" presName="horz1" presStyleCnt="0"/>
      <dgm:spPr/>
    </dgm:pt>
    <dgm:pt modelId="{49FCBB9B-C389-475D-95A3-CCFEDC988AE2}" type="pres">
      <dgm:prSet presAssocID="{307D3B4F-3285-4B2E-AD67-ABAD4D01100E}" presName="tx1" presStyleLbl="revTx" presStyleIdx="1" presStyleCnt="8"/>
      <dgm:spPr/>
    </dgm:pt>
    <dgm:pt modelId="{20ACABCB-4A65-4319-8425-173FB7ABE233}" type="pres">
      <dgm:prSet presAssocID="{307D3B4F-3285-4B2E-AD67-ABAD4D01100E}" presName="vert1" presStyleCnt="0"/>
      <dgm:spPr/>
    </dgm:pt>
    <dgm:pt modelId="{9D2BB218-4146-419E-BA20-DD5F7C39B211}" type="pres">
      <dgm:prSet presAssocID="{94AD8FE4-8921-41F9-8DCA-E6ADF831A305}" presName="thickLine" presStyleLbl="alignNode1" presStyleIdx="2" presStyleCnt="8"/>
      <dgm:spPr/>
    </dgm:pt>
    <dgm:pt modelId="{26C645CB-A947-4B94-A545-CFBDF7E375C0}" type="pres">
      <dgm:prSet presAssocID="{94AD8FE4-8921-41F9-8DCA-E6ADF831A305}" presName="horz1" presStyleCnt="0"/>
      <dgm:spPr/>
    </dgm:pt>
    <dgm:pt modelId="{1387FEDB-3ECC-432E-895F-241F426EF9C7}" type="pres">
      <dgm:prSet presAssocID="{94AD8FE4-8921-41F9-8DCA-E6ADF831A305}" presName="tx1" presStyleLbl="revTx" presStyleIdx="2" presStyleCnt="8"/>
      <dgm:spPr/>
    </dgm:pt>
    <dgm:pt modelId="{22B0E17E-C321-4127-9404-5A18E5303589}" type="pres">
      <dgm:prSet presAssocID="{94AD8FE4-8921-41F9-8DCA-E6ADF831A305}" presName="vert1" presStyleCnt="0"/>
      <dgm:spPr/>
    </dgm:pt>
    <dgm:pt modelId="{BA885990-59DD-49ED-86E9-43F4CE6997DF}" type="pres">
      <dgm:prSet presAssocID="{8D2A6469-D16D-48D5-82C4-463753D2CF97}" presName="thickLine" presStyleLbl="alignNode1" presStyleIdx="3" presStyleCnt="8"/>
      <dgm:spPr/>
    </dgm:pt>
    <dgm:pt modelId="{7082C7F6-0F45-4D1D-B414-F2C5BB7C5914}" type="pres">
      <dgm:prSet presAssocID="{8D2A6469-D16D-48D5-82C4-463753D2CF97}" presName="horz1" presStyleCnt="0"/>
      <dgm:spPr/>
    </dgm:pt>
    <dgm:pt modelId="{7BEFB8D6-F9B2-42EE-BF51-544331D9DDE4}" type="pres">
      <dgm:prSet presAssocID="{8D2A6469-D16D-48D5-82C4-463753D2CF97}" presName="tx1" presStyleLbl="revTx" presStyleIdx="3" presStyleCnt="8"/>
      <dgm:spPr/>
    </dgm:pt>
    <dgm:pt modelId="{5D830AEE-15A8-477F-8013-AC8FD67F35F0}" type="pres">
      <dgm:prSet presAssocID="{8D2A6469-D16D-48D5-82C4-463753D2CF97}" presName="vert1" presStyleCnt="0"/>
      <dgm:spPr/>
    </dgm:pt>
    <dgm:pt modelId="{5BE3B1A8-89C9-4166-A761-08DBA6D955F3}" type="pres">
      <dgm:prSet presAssocID="{A3872F42-7A9C-41DA-9387-1013FFC95885}" presName="thickLine" presStyleLbl="alignNode1" presStyleIdx="4" presStyleCnt="8"/>
      <dgm:spPr/>
    </dgm:pt>
    <dgm:pt modelId="{224D101C-FAFC-45F4-85C8-3D1AAC708166}" type="pres">
      <dgm:prSet presAssocID="{A3872F42-7A9C-41DA-9387-1013FFC95885}" presName="horz1" presStyleCnt="0"/>
      <dgm:spPr/>
    </dgm:pt>
    <dgm:pt modelId="{97821B8E-09F9-4CFD-BFB3-78463827EF74}" type="pres">
      <dgm:prSet presAssocID="{A3872F42-7A9C-41DA-9387-1013FFC95885}" presName="tx1" presStyleLbl="revTx" presStyleIdx="4" presStyleCnt="8"/>
      <dgm:spPr/>
    </dgm:pt>
    <dgm:pt modelId="{567574B3-81FC-419B-BA9C-DE1F44091048}" type="pres">
      <dgm:prSet presAssocID="{A3872F42-7A9C-41DA-9387-1013FFC95885}" presName="vert1" presStyleCnt="0"/>
      <dgm:spPr/>
    </dgm:pt>
    <dgm:pt modelId="{412E7170-2036-4B89-A96F-2586E3153835}" type="pres">
      <dgm:prSet presAssocID="{D9BC503E-8F39-4F44-9C83-C0C8ABF4DB19}" presName="thickLine" presStyleLbl="alignNode1" presStyleIdx="5" presStyleCnt="8"/>
      <dgm:spPr/>
    </dgm:pt>
    <dgm:pt modelId="{E2555A56-1432-4B4F-82BF-0DB09CA02F9B}" type="pres">
      <dgm:prSet presAssocID="{D9BC503E-8F39-4F44-9C83-C0C8ABF4DB19}" presName="horz1" presStyleCnt="0"/>
      <dgm:spPr/>
    </dgm:pt>
    <dgm:pt modelId="{5B8EB9D7-B552-4C26-A049-B46A470D390F}" type="pres">
      <dgm:prSet presAssocID="{D9BC503E-8F39-4F44-9C83-C0C8ABF4DB19}" presName="tx1" presStyleLbl="revTx" presStyleIdx="5" presStyleCnt="8"/>
      <dgm:spPr/>
    </dgm:pt>
    <dgm:pt modelId="{ADE82598-7708-4D00-B1FC-F47165CC44F3}" type="pres">
      <dgm:prSet presAssocID="{D9BC503E-8F39-4F44-9C83-C0C8ABF4DB19}" presName="vert1" presStyleCnt="0"/>
      <dgm:spPr/>
    </dgm:pt>
    <dgm:pt modelId="{17A420C8-8E3C-45F4-8C31-E27BC41C080E}" type="pres">
      <dgm:prSet presAssocID="{0682DD68-50EA-4668-A228-B8F0267086C3}" presName="thickLine" presStyleLbl="alignNode1" presStyleIdx="6" presStyleCnt="8"/>
      <dgm:spPr/>
    </dgm:pt>
    <dgm:pt modelId="{4DC6F5D1-525B-41F8-B3AE-B631751B84C9}" type="pres">
      <dgm:prSet presAssocID="{0682DD68-50EA-4668-A228-B8F0267086C3}" presName="horz1" presStyleCnt="0"/>
      <dgm:spPr/>
    </dgm:pt>
    <dgm:pt modelId="{A4882504-86F4-41F1-9A12-6212D0A582C5}" type="pres">
      <dgm:prSet presAssocID="{0682DD68-50EA-4668-A228-B8F0267086C3}" presName="tx1" presStyleLbl="revTx" presStyleIdx="6" presStyleCnt="8"/>
      <dgm:spPr/>
    </dgm:pt>
    <dgm:pt modelId="{B2ED8F51-5B61-4910-B071-00042A3784D6}" type="pres">
      <dgm:prSet presAssocID="{0682DD68-50EA-4668-A228-B8F0267086C3}" presName="vert1" presStyleCnt="0"/>
      <dgm:spPr/>
    </dgm:pt>
    <dgm:pt modelId="{C76AC279-34BF-4A89-A7AB-B70DC6A51679}" type="pres">
      <dgm:prSet presAssocID="{88D3498C-1EDB-4D5E-A532-AE06B8E69A34}" presName="thickLine" presStyleLbl="alignNode1" presStyleIdx="7" presStyleCnt="8"/>
      <dgm:spPr/>
    </dgm:pt>
    <dgm:pt modelId="{F7F9C62A-9CA9-412D-9E08-78EB4E8650EF}" type="pres">
      <dgm:prSet presAssocID="{88D3498C-1EDB-4D5E-A532-AE06B8E69A34}" presName="horz1" presStyleCnt="0"/>
      <dgm:spPr/>
    </dgm:pt>
    <dgm:pt modelId="{BB677B0F-5ECF-4D6A-ACBC-278661E914F1}" type="pres">
      <dgm:prSet presAssocID="{88D3498C-1EDB-4D5E-A532-AE06B8E69A34}" presName="tx1" presStyleLbl="revTx" presStyleIdx="7" presStyleCnt="8"/>
      <dgm:spPr/>
    </dgm:pt>
    <dgm:pt modelId="{26B1D200-9EEE-457D-85D1-DAC54A71D64E}" type="pres">
      <dgm:prSet presAssocID="{88D3498C-1EDB-4D5E-A532-AE06B8E69A34}" presName="vert1" presStyleCnt="0"/>
      <dgm:spPr/>
    </dgm:pt>
  </dgm:ptLst>
  <dgm:cxnLst>
    <dgm:cxn modelId="{6AE4DE08-9F48-4FCA-B51F-B7F4B52813A2}" type="presOf" srcId="{A3872F42-7A9C-41DA-9387-1013FFC95885}" destId="{97821B8E-09F9-4CFD-BFB3-78463827EF74}" srcOrd="0" destOrd="0" presId="urn:microsoft.com/office/officeart/2008/layout/LinedList"/>
    <dgm:cxn modelId="{2515021A-053B-4F6A-86E1-1DA85077B7C1}" type="presOf" srcId="{0682DD68-50EA-4668-A228-B8F0267086C3}" destId="{A4882504-86F4-41F1-9A12-6212D0A582C5}" srcOrd="0" destOrd="0" presId="urn:microsoft.com/office/officeart/2008/layout/LinedList"/>
    <dgm:cxn modelId="{A0407830-ACD3-40EE-BE6B-71A4B8001C62}" srcId="{FA8204D4-AED1-4AB3-B1CE-6690122BE341}" destId="{0682DD68-50EA-4668-A228-B8F0267086C3}" srcOrd="6" destOrd="0" parTransId="{62D7062A-BE58-4301-9330-C8AD596D7049}" sibTransId="{C262F5AB-3668-4A4F-8AAA-F98C2DE636C1}"/>
    <dgm:cxn modelId="{788B3438-7A5E-4578-833A-30B9F65BFE20}" type="presOf" srcId="{FA8204D4-AED1-4AB3-B1CE-6690122BE341}" destId="{F9435BC8-F908-4C07-B19F-5D20C6C8E85B}" srcOrd="0" destOrd="0" presId="urn:microsoft.com/office/officeart/2008/layout/LinedList"/>
    <dgm:cxn modelId="{7546D164-80AC-42BC-8510-E1B279363FC3}" srcId="{FA8204D4-AED1-4AB3-B1CE-6690122BE341}" destId="{A3872F42-7A9C-41DA-9387-1013FFC95885}" srcOrd="4" destOrd="0" parTransId="{E30F49F7-D252-4370-A028-EE4D3C518975}" sibTransId="{2996B0D2-7AA5-45E3-8E9B-2699D56181A5}"/>
    <dgm:cxn modelId="{F767834B-52E7-4AF0-9878-C43CF7717D54}" type="presOf" srcId="{307D3B4F-3285-4B2E-AD67-ABAD4D01100E}" destId="{49FCBB9B-C389-475D-95A3-CCFEDC988AE2}" srcOrd="0" destOrd="0" presId="urn:microsoft.com/office/officeart/2008/layout/LinedList"/>
    <dgm:cxn modelId="{D93F724E-BC8C-4165-99A8-07C9E96B184D}" srcId="{FA8204D4-AED1-4AB3-B1CE-6690122BE341}" destId="{D9BC503E-8F39-4F44-9C83-C0C8ABF4DB19}" srcOrd="5" destOrd="0" parTransId="{5231ABDD-CB3A-4F90-B88E-2F5B06AB57D4}" sibTransId="{F683D5A9-14E3-4F76-A0D4-63ED10F76725}"/>
    <dgm:cxn modelId="{E3127985-3A9B-4972-94DF-B0055A23BE22}" type="presOf" srcId="{8D2A6469-D16D-48D5-82C4-463753D2CF97}" destId="{7BEFB8D6-F9B2-42EE-BF51-544331D9DDE4}" srcOrd="0" destOrd="0" presId="urn:microsoft.com/office/officeart/2008/layout/LinedList"/>
    <dgm:cxn modelId="{B0D4DD89-0F82-4478-BE54-A65B8858F1BE}" srcId="{FA8204D4-AED1-4AB3-B1CE-6690122BE341}" destId="{8D7213BD-DFB1-4936-B044-2C26C36873B2}" srcOrd="0" destOrd="0" parTransId="{84311B81-C45D-4647-A4C0-94247997DBAE}" sibTransId="{5F7E247C-8C17-4DC5-BA06-09632791A2E4}"/>
    <dgm:cxn modelId="{FE54D190-D636-48E3-8AC3-E8B797E8453B}" srcId="{FA8204D4-AED1-4AB3-B1CE-6690122BE341}" destId="{307D3B4F-3285-4B2E-AD67-ABAD4D01100E}" srcOrd="1" destOrd="0" parTransId="{658CA0B8-1FC4-4DAB-A4B5-C251C332AE76}" sibTransId="{03C1DF72-C0E3-42DD-A25E-1B82B1C1F873}"/>
    <dgm:cxn modelId="{8EB64E95-06D8-4FBA-94A3-1A6CD4325B86}" srcId="{FA8204D4-AED1-4AB3-B1CE-6690122BE341}" destId="{8D2A6469-D16D-48D5-82C4-463753D2CF97}" srcOrd="3" destOrd="0" parTransId="{D1FD7C44-FA55-4AB7-93F9-B2A8A6A2170F}" sibTransId="{EA75FDA0-B494-4A56-95DF-69810460ACAF}"/>
    <dgm:cxn modelId="{58C44698-BC74-4682-AE31-9DD42F3BF95C}" type="presOf" srcId="{D9BC503E-8F39-4F44-9C83-C0C8ABF4DB19}" destId="{5B8EB9D7-B552-4C26-A049-B46A470D390F}" srcOrd="0" destOrd="0" presId="urn:microsoft.com/office/officeart/2008/layout/LinedList"/>
    <dgm:cxn modelId="{10A725B1-4D71-4841-809E-0611674E7188}" type="presOf" srcId="{88D3498C-1EDB-4D5E-A532-AE06B8E69A34}" destId="{BB677B0F-5ECF-4D6A-ACBC-278661E914F1}" srcOrd="0" destOrd="0" presId="urn:microsoft.com/office/officeart/2008/layout/LinedList"/>
    <dgm:cxn modelId="{7B71D6C4-F6D9-4E22-A9F8-A76ECC5BC060}" type="presOf" srcId="{94AD8FE4-8921-41F9-8DCA-E6ADF831A305}" destId="{1387FEDB-3ECC-432E-895F-241F426EF9C7}" srcOrd="0" destOrd="0" presId="urn:microsoft.com/office/officeart/2008/layout/LinedList"/>
    <dgm:cxn modelId="{6CD830D8-83A3-49AE-ACBB-51562DD61E14}" srcId="{FA8204D4-AED1-4AB3-B1CE-6690122BE341}" destId="{88D3498C-1EDB-4D5E-A532-AE06B8E69A34}" srcOrd="7" destOrd="0" parTransId="{8FF61205-B119-4D07-9601-1341D3152479}" sibTransId="{ADA412D8-523E-4101-803A-CB8F95B8C59E}"/>
    <dgm:cxn modelId="{9DED11D9-8305-4F22-AB52-2A16FD8723AC}" type="presOf" srcId="{8D7213BD-DFB1-4936-B044-2C26C36873B2}" destId="{69AB0CFD-2035-433D-9ABC-6CA9FEDF7930}" srcOrd="0" destOrd="0" presId="urn:microsoft.com/office/officeart/2008/layout/LinedList"/>
    <dgm:cxn modelId="{EDB95FEE-C3D7-4830-8D23-6586984FC7D2}" srcId="{FA8204D4-AED1-4AB3-B1CE-6690122BE341}" destId="{94AD8FE4-8921-41F9-8DCA-E6ADF831A305}" srcOrd="2" destOrd="0" parTransId="{0B2A12B8-70B2-48A8-90FC-98AA3F8D17C2}" sibTransId="{D0D83BEC-C8FE-4244-AB17-F526B6DBABDE}"/>
    <dgm:cxn modelId="{66E402C4-A030-46AF-AFFA-8E582E38F474}" type="presParOf" srcId="{F9435BC8-F908-4C07-B19F-5D20C6C8E85B}" destId="{206A37D3-1307-4DDB-A086-EB06CDD6918C}" srcOrd="0" destOrd="0" presId="urn:microsoft.com/office/officeart/2008/layout/LinedList"/>
    <dgm:cxn modelId="{E2C346ED-D9B0-40A2-9669-D4F54AF6978A}" type="presParOf" srcId="{F9435BC8-F908-4C07-B19F-5D20C6C8E85B}" destId="{E7DBFCD5-E141-4AEA-BF20-F501207FE6D2}" srcOrd="1" destOrd="0" presId="urn:microsoft.com/office/officeart/2008/layout/LinedList"/>
    <dgm:cxn modelId="{182A4D26-7193-4C25-8D04-20A942DDFF26}" type="presParOf" srcId="{E7DBFCD5-E141-4AEA-BF20-F501207FE6D2}" destId="{69AB0CFD-2035-433D-9ABC-6CA9FEDF7930}" srcOrd="0" destOrd="0" presId="urn:microsoft.com/office/officeart/2008/layout/LinedList"/>
    <dgm:cxn modelId="{64639DA2-F2A9-48DC-96D2-6C7B0BB8EA41}" type="presParOf" srcId="{E7DBFCD5-E141-4AEA-BF20-F501207FE6D2}" destId="{B083C481-01F2-447E-9293-23E748A0A606}" srcOrd="1" destOrd="0" presId="urn:microsoft.com/office/officeart/2008/layout/LinedList"/>
    <dgm:cxn modelId="{743C2157-099D-4303-990D-83BD272C4880}" type="presParOf" srcId="{F9435BC8-F908-4C07-B19F-5D20C6C8E85B}" destId="{F5B08E44-CE9E-400E-B55F-7A5A2B16274C}" srcOrd="2" destOrd="0" presId="urn:microsoft.com/office/officeart/2008/layout/LinedList"/>
    <dgm:cxn modelId="{3FCC86DF-9A60-4DD6-9A0A-FD903DDFD4E1}" type="presParOf" srcId="{F9435BC8-F908-4C07-B19F-5D20C6C8E85B}" destId="{EA5AEA70-577B-41EA-95BF-9A0072CD6B2E}" srcOrd="3" destOrd="0" presId="urn:microsoft.com/office/officeart/2008/layout/LinedList"/>
    <dgm:cxn modelId="{795F34B1-5955-4FB7-AADB-3584F72148AD}" type="presParOf" srcId="{EA5AEA70-577B-41EA-95BF-9A0072CD6B2E}" destId="{49FCBB9B-C389-475D-95A3-CCFEDC988AE2}" srcOrd="0" destOrd="0" presId="urn:microsoft.com/office/officeart/2008/layout/LinedList"/>
    <dgm:cxn modelId="{C59CBD85-8E82-4439-8172-FF2DF0391D3A}" type="presParOf" srcId="{EA5AEA70-577B-41EA-95BF-9A0072CD6B2E}" destId="{20ACABCB-4A65-4319-8425-173FB7ABE233}" srcOrd="1" destOrd="0" presId="urn:microsoft.com/office/officeart/2008/layout/LinedList"/>
    <dgm:cxn modelId="{6DA8D7AC-DC68-4093-A2C5-3CCF202827EB}" type="presParOf" srcId="{F9435BC8-F908-4C07-B19F-5D20C6C8E85B}" destId="{9D2BB218-4146-419E-BA20-DD5F7C39B211}" srcOrd="4" destOrd="0" presId="urn:microsoft.com/office/officeart/2008/layout/LinedList"/>
    <dgm:cxn modelId="{9A33AE87-1952-4E92-B4F5-635771D38501}" type="presParOf" srcId="{F9435BC8-F908-4C07-B19F-5D20C6C8E85B}" destId="{26C645CB-A947-4B94-A545-CFBDF7E375C0}" srcOrd="5" destOrd="0" presId="urn:microsoft.com/office/officeart/2008/layout/LinedList"/>
    <dgm:cxn modelId="{7B444B92-06BA-442F-9FA5-4DBACA72A21D}" type="presParOf" srcId="{26C645CB-A947-4B94-A545-CFBDF7E375C0}" destId="{1387FEDB-3ECC-432E-895F-241F426EF9C7}" srcOrd="0" destOrd="0" presId="urn:microsoft.com/office/officeart/2008/layout/LinedList"/>
    <dgm:cxn modelId="{E3C68A93-2628-4411-B130-05964225B6AE}" type="presParOf" srcId="{26C645CB-A947-4B94-A545-CFBDF7E375C0}" destId="{22B0E17E-C321-4127-9404-5A18E5303589}" srcOrd="1" destOrd="0" presId="urn:microsoft.com/office/officeart/2008/layout/LinedList"/>
    <dgm:cxn modelId="{8D1595D3-B731-45C0-9FF5-C2AD552A5780}" type="presParOf" srcId="{F9435BC8-F908-4C07-B19F-5D20C6C8E85B}" destId="{BA885990-59DD-49ED-86E9-43F4CE6997DF}" srcOrd="6" destOrd="0" presId="urn:microsoft.com/office/officeart/2008/layout/LinedList"/>
    <dgm:cxn modelId="{07BD508B-2291-4D53-AD60-5ECCA903017E}" type="presParOf" srcId="{F9435BC8-F908-4C07-B19F-5D20C6C8E85B}" destId="{7082C7F6-0F45-4D1D-B414-F2C5BB7C5914}" srcOrd="7" destOrd="0" presId="urn:microsoft.com/office/officeart/2008/layout/LinedList"/>
    <dgm:cxn modelId="{594B7612-0D15-4968-A940-96DA7ED1AD54}" type="presParOf" srcId="{7082C7F6-0F45-4D1D-B414-F2C5BB7C5914}" destId="{7BEFB8D6-F9B2-42EE-BF51-544331D9DDE4}" srcOrd="0" destOrd="0" presId="urn:microsoft.com/office/officeart/2008/layout/LinedList"/>
    <dgm:cxn modelId="{CCE4B5FF-1F53-48E9-A747-D9B937AA2CB0}" type="presParOf" srcId="{7082C7F6-0F45-4D1D-B414-F2C5BB7C5914}" destId="{5D830AEE-15A8-477F-8013-AC8FD67F35F0}" srcOrd="1" destOrd="0" presId="urn:microsoft.com/office/officeart/2008/layout/LinedList"/>
    <dgm:cxn modelId="{A87FE428-E8ED-4DF1-A40C-2FE33BC4BC7E}" type="presParOf" srcId="{F9435BC8-F908-4C07-B19F-5D20C6C8E85B}" destId="{5BE3B1A8-89C9-4166-A761-08DBA6D955F3}" srcOrd="8" destOrd="0" presId="urn:microsoft.com/office/officeart/2008/layout/LinedList"/>
    <dgm:cxn modelId="{51976F24-6B34-468A-B3A1-675A4FE24FA5}" type="presParOf" srcId="{F9435BC8-F908-4C07-B19F-5D20C6C8E85B}" destId="{224D101C-FAFC-45F4-85C8-3D1AAC708166}" srcOrd="9" destOrd="0" presId="urn:microsoft.com/office/officeart/2008/layout/LinedList"/>
    <dgm:cxn modelId="{9B793EB2-27CF-4801-BE2A-95A9A34B8100}" type="presParOf" srcId="{224D101C-FAFC-45F4-85C8-3D1AAC708166}" destId="{97821B8E-09F9-4CFD-BFB3-78463827EF74}" srcOrd="0" destOrd="0" presId="urn:microsoft.com/office/officeart/2008/layout/LinedList"/>
    <dgm:cxn modelId="{992BECA7-A462-4C2C-B590-C9C8A1A7E5DD}" type="presParOf" srcId="{224D101C-FAFC-45F4-85C8-3D1AAC708166}" destId="{567574B3-81FC-419B-BA9C-DE1F44091048}" srcOrd="1" destOrd="0" presId="urn:microsoft.com/office/officeart/2008/layout/LinedList"/>
    <dgm:cxn modelId="{3E439990-8AE9-4E08-8939-73DD09054F71}" type="presParOf" srcId="{F9435BC8-F908-4C07-B19F-5D20C6C8E85B}" destId="{412E7170-2036-4B89-A96F-2586E3153835}" srcOrd="10" destOrd="0" presId="urn:microsoft.com/office/officeart/2008/layout/LinedList"/>
    <dgm:cxn modelId="{9DF38B7A-1208-46A7-A878-BF4D65A60A11}" type="presParOf" srcId="{F9435BC8-F908-4C07-B19F-5D20C6C8E85B}" destId="{E2555A56-1432-4B4F-82BF-0DB09CA02F9B}" srcOrd="11" destOrd="0" presId="urn:microsoft.com/office/officeart/2008/layout/LinedList"/>
    <dgm:cxn modelId="{B4193FA7-6717-4928-BB97-3AF3C6F12654}" type="presParOf" srcId="{E2555A56-1432-4B4F-82BF-0DB09CA02F9B}" destId="{5B8EB9D7-B552-4C26-A049-B46A470D390F}" srcOrd="0" destOrd="0" presId="urn:microsoft.com/office/officeart/2008/layout/LinedList"/>
    <dgm:cxn modelId="{6B0317B1-3D14-4EDA-A92A-F1493EF46361}" type="presParOf" srcId="{E2555A56-1432-4B4F-82BF-0DB09CA02F9B}" destId="{ADE82598-7708-4D00-B1FC-F47165CC44F3}" srcOrd="1" destOrd="0" presId="urn:microsoft.com/office/officeart/2008/layout/LinedList"/>
    <dgm:cxn modelId="{7E05A1AC-508E-46AD-90B7-9CE8D5978EC6}" type="presParOf" srcId="{F9435BC8-F908-4C07-B19F-5D20C6C8E85B}" destId="{17A420C8-8E3C-45F4-8C31-E27BC41C080E}" srcOrd="12" destOrd="0" presId="urn:microsoft.com/office/officeart/2008/layout/LinedList"/>
    <dgm:cxn modelId="{E92BF124-9402-4211-B40B-825F2BCBE81B}" type="presParOf" srcId="{F9435BC8-F908-4C07-B19F-5D20C6C8E85B}" destId="{4DC6F5D1-525B-41F8-B3AE-B631751B84C9}" srcOrd="13" destOrd="0" presId="urn:microsoft.com/office/officeart/2008/layout/LinedList"/>
    <dgm:cxn modelId="{BCEE5804-1D19-4395-BF1D-B56EBD2A2FE9}" type="presParOf" srcId="{4DC6F5D1-525B-41F8-B3AE-B631751B84C9}" destId="{A4882504-86F4-41F1-9A12-6212D0A582C5}" srcOrd="0" destOrd="0" presId="urn:microsoft.com/office/officeart/2008/layout/LinedList"/>
    <dgm:cxn modelId="{E2DA45A5-F9EB-41C2-8F4C-14C3065EF4E1}" type="presParOf" srcId="{4DC6F5D1-525B-41F8-B3AE-B631751B84C9}" destId="{B2ED8F51-5B61-4910-B071-00042A3784D6}" srcOrd="1" destOrd="0" presId="urn:microsoft.com/office/officeart/2008/layout/LinedList"/>
    <dgm:cxn modelId="{0980D699-1446-4D24-AEC8-00F011CF90FE}" type="presParOf" srcId="{F9435BC8-F908-4C07-B19F-5D20C6C8E85B}" destId="{C76AC279-34BF-4A89-A7AB-B70DC6A51679}" srcOrd="14" destOrd="0" presId="urn:microsoft.com/office/officeart/2008/layout/LinedList"/>
    <dgm:cxn modelId="{915FD91A-A965-4F83-9400-28222C1F2FE8}" type="presParOf" srcId="{F9435BC8-F908-4C07-B19F-5D20C6C8E85B}" destId="{F7F9C62A-9CA9-412D-9E08-78EB4E8650EF}" srcOrd="15" destOrd="0" presId="urn:microsoft.com/office/officeart/2008/layout/LinedList"/>
    <dgm:cxn modelId="{1EC56E1D-0B6E-4E61-87FA-0F67241521CA}" type="presParOf" srcId="{F7F9C62A-9CA9-412D-9E08-78EB4E8650EF}" destId="{BB677B0F-5ECF-4D6A-ACBC-278661E914F1}" srcOrd="0" destOrd="0" presId="urn:microsoft.com/office/officeart/2008/layout/LinedList"/>
    <dgm:cxn modelId="{A16DD225-32B6-46DB-8DCA-AFEF38C79557}" type="presParOf" srcId="{F7F9C62A-9CA9-412D-9E08-78EB4E8650EF}" destId="{26B1D200-9EEE-457D-85D1-DAC54A71D6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2A476A-DAA3-427B-BBE6-85B8E08EF1DF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45FF6C-520D-41CB-941D-A11D096E0161}">
      <dsp:nvSpPr>
        <dsp:cNvPr id="0" name=""/>
        <dsp:cNvSpPr/>
      </dsp:nvSpPr>
      <dsp:spPr>
        <a:xfrm>
          <a:off x="0" y="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Objective: Automatically classify movie reviews as positive or negative</a:t>
          </a:r>
          <a:endParaRPr lang="en-US" sz="4100" kern="1200"/>
        </a:p>
      </dsp:txBody>
      <dsp:txXfrm>
        <a:off x="0" y="0"/>
        <a:ext cx="6666833" cy="2726960"/>
      </dsp:txXfrm>
    </dsp:sp>
    <dsp:sp modelId="{BE335ADC-2B49-4110-A570-296D4E956F81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4ECC85-53CF-4C0F-8470-0C487AB705DA}">
      <dsp:nvSpPr>
        <dsp:cNvPr id="0" name=""/>
        <dsp:cNvSpPr/>
      </dsp:nvSpPr>
      <dsp:spPr>
        <a:xfrm>
          <a:off x="0" y="272696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Importance: Real-world applications like feedback analysis, customer support, and content moderation</a:t>
          </a:r>
          <a:endParaRPr lang="en-US" sz="4100" kern="1200"/>
        </a:p>
      </dsp:txBody>
      <dsp:txXfrm>
        <a:off x="0" y="2726960"/>
        <a:ext cx="6666833" cy="2726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25CF1B-E48C-4C03-BA8B-5DD791CB4026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864A70-95E0-4E43-9C26-BE9F1E507C45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Source: </a:t>
          </a:r>
          <a:r>
            <a:rPr lang="en-US" sz="3000" b="0" i="0" kern="1200" baseline="0">
              <a:hlinkClick xmlns:r="http://schemas.openxmlformats.org/officeDocument/2006/relationships" r:id="rId1"/>
            </a:rPr>
            <a:t>Kaggle</a:t>
          </a:r>
          <a:endParaRPr lang="en-US" sz="3000" kern="1200"/>
        </a:p>
      </dsp:txBody>
      <dsp:txXfrm>
        <a:off x="0" y="665"/>
        <a:ext cx="6666833" cy="1090517"/>
      </dsp:txXfrm>
    </dsp:sp>
    <dsp:sp modelId="{1ECA0EDD-FAA1-4C97-A276-36D5ED9EA175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B69B58-FDE5-4281-BBE2-487DBD28A951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Description:</a:t>
          </a:r>
          <a:r>
            <a:rPr lang="en-US" sz="3000" b="0" i="0" kern="1200" baseline="0"/>
            <a:t>CSV file with two columns (review, sentiment)</a:t>
          </a:r>
          <a:endParaRPr lang="en-US" sz="3000" kern="1200"/>
        </a:p>
      </dsp:txBody>
      <dsp:txXfrm>
        <a:off x="0" y="1091183"/>
        <a:ext cx="6666833" cy="1090517"/>
      </dsp:txXfrm>
    </dsp:sp>
    <dsp:sp modelId="{52AE3DEB-6175-4E81-AA20-929FA3DB81A4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25A7A9-E729-4BC1-BFBA-5FF80D66121B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Size: (you specify based on your dataset)</a:t>
          </a:r>
          <a:endParaRPr lang="en-US" sz="3000" kern="1200"/>
        </a:p>
      </dsp:txBody>
      <dsp:txXfrm>
        <a:off x="0" y="2181701"/>
        <a:ext cx="6666833" cy="1090517"/>
      </dsp:txXfrm>
    </dsp:sp>
    <dsp:sp modelId="{7069BABF-C301-4758-A402-D360961F56CC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20F973-C2E5-42C2-95C3-573BA4780613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Balanced </a:t>
          </a:r>
          <a:endParaRPr lang="en-US" sz="3000" kern="1200"/>
        </a:p>
      </dsp:txBody>
      <dsp:txXfrm>
        <a:off x="0" y="3272218"/>
        <a:ext cx="6666833" cy="1090517"/>
      </dsp:txXfrm>
    </dsp:sp>
    <dsp:sp modelId="{29544A09-D91A-4CB2-8EC5-E9CE5FB5248E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097CB1-E5EA-4341-8A72-AD41238B921C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Label encoding: positive → 1, negative → 0</a:t>
          </a:r>
          <a:endParaRPr lang="en-US" sz="3000" kern="1200"/>
        </a:p>
      </dsp:txBody>
      <dsp:txXfrm>
        <a:off x="0" y="4362736"/>
        <a:ext cx="6666833" cy="10905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C81C0B-05A9-4742-A6DB-2EEF6D0A4489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142CB5-CCDC-409B-A71D-767C3B950F9C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Tokenization using Keras Tokenizer</a:t>
          </a:r>
          <a:endParaRPr lang="en-US" sz="3800" kern="1200"/>
        </a:p>
      </dsp:txBody>
      <dsp:txXfrm>
        <a:off x="0" y="0"/>
        <a:ext cx="6666833" cy="1363480"/>
      </dsp:txXfrm>
    </dsp:sp>
    <dsp:sp modelId="{E873E6B0-2DFD-4A7E-98D9-8F96CA2A82FB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B4EF4B-1CCB-4173-8E31-1B5515C10AE1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Maximum vocabulary size: 10,000</a:t>
          </a:r>
          <a:endParaRPr lang="en-US" sz="3800" kern="1200"/>
        </a:p>
      </dsp:txBody>
      <dsp:txXfrm>
        <a:off x="0" y="1363480"/>
        <a:ext cx="6666833" cy="1363480"/>
      </dsp:txXfrm>
    </dsp:sp>
    <dsp:sp modelId="{E39D4E45-276D-4731-A6EC-EC7D4B642933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112184-99E2-44A4-9C5D-039C27C919E9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Padding: Max length = 200 tokens</a:t>
          </a:r>
          <a:endParaRPr lang="en-US" sz="3800" kern="1200"/>
        </a:p>
      </dsp:txBody>
      <dsp:txXfrm>
        <a:off x="0" y="2726960"/>
        <a:ext cx="6666833" cy="1363480"/>
      </dsp:txXfrm>
    </dsp:sp>
    <dsp:sp modelId="{E2D7993C-83B0-4528-80CC-70DF511E6271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DBADE0-3EA7-483A-8690-82F240016E7F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Label encoding using sklearn’s LabelEncoder</a:t>
          </a:r>
          <a:endParaRPr lang="en-US" sz="3800" kern="1200"/>
        </a:p>
      </dsp:txBody>
      <dsp:txXfrm>
        <a:off x="0" y="4090440"/>
        <a:ext cx="6666833" cy="13634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A37D3-1307-4DDB-A086-EB06CDD6918C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AB0CFD-2035-433D-9ABC-6CA9FEDF7930}">
      <dsp:nvSpPr>
        <dsp:cNvPr id="0" name=""/>
        <dsp:cNvSpPr/>
      </dsp:nvSpPr>
      <dsp:spPr>
        <a:xfrm>
          <a:off x="0" y="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Optimizer: Adam</a:t>
          </a:r>
          <a:endParaRPr lang="en-US" sz="3100" kern="1200"/>
        </a:p>
      </dsp:txBody>
      <dsp:txXfrm>
        <a:off x="0" y="0"/>
        <a:ext cx="6666833" cy="681740"/>
      </dsp:txXfrm>
    </dsp:sp>
    <dsp:sp modelId="{F5B08E44-CE9E-400E-B55F-7A5A2B16274C}">
      <dsp:nvSpPr>
        <dsp:cNvPr id="0" name=""/>
        <dsp:cNvSpPr/>
      </dsp:nvSpPr>
      <dsp:spPr>
        <a:xfrm>
          <a:off x="0" y="681740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FCBB9B-C389-475D-95A3-CCFEDC988AE2}">
      <dsp:nvSpPr>
        <dsp:cNvPr id="0" name=""/>
        <dsp:cNvSpPr/>
      </dsp:nvSpPr>
      <dsp:spPr>
        <a:xfrm>
          <a:off x="0" y="68174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Loss Function: Binary Crossentropy</a:t>
          </a:r>
          <a:endParaRPr lang="en-US" sz="3100" kern="1200"/>
        </a:p>
      </dsp:txBody>
      <dsp:txXfrm>
        <a:off x="0" y="681740"/>
        <a:ext cx="6666833" cy="681740"/>
      </dsp:txXfrm>
    </dsp:sp>
    <dsp:sp modelId="{9D2BB218-4146-419E-BA20-DD5F7C39B211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87FEDB-3ECC-432E-895F-241F426EF9C7}">
      <dsp:nvSpPr>
        <dsp:cNvPr id="0" name=""/>
        <dsp:cNvSpPr/>
      </dsp:nvSpPr>
      <dsp:spPr>
        <a:xfrm>
          <a:off x="0" y="136348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Epochs: 10</a:t>
          </a:r>
          <a:endParaRPr lang="en-US" sz="3100" kern="1200"/>
        </a:p>
      </dsp:txBody>
      <dsp:txXfrm>
        <a:off x="0" y="1363480"/>
        <a:ext cx="6666833" cy="681740"/>
      </dsp:txXfrm>
    </dsp:sp>
    <dsp:sp modelId="{BA885990-59DD-49ED-86E9-43F4CE6997DF}">
      <dsp:nvSpPr>
        <dsp:cNvPr id="0" name=""/>
        <dsp:cNvSpPr/>
      </dsp:nvSpPr>
      <dsp:spPr>
        <a:xfrm>
          <a:off x="0" y="2045220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EFB8D6-F9B2-42EE-BF51-544331D9DDE4}">
      <dsp:nvSpPr>
        <dsp:cNvPr id="0" name=""/>
        <dsp:cNvSpPr/>
      </dsp:nvSpPr>
      <dsp:spPr>
        <a:xfrm>
          <a:off x="0" y="204522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Batch Size: 64</a:t>
          </a:r>
          <a:endParaRPr lang="en-US" sz="3100" kern="1200"/>
        </a:p>
      </dsp:txBody>
      <dsp:txXfrm>
        <a:off x="0" y="2045220"/>
        <a:ext cx="6666833" cy="681740"/>
      </dsp:txXfrm>
    </dsp:sp>
    <dsp:sp modelId="{5BE3B1A8-89C9-4166-A761-08DBA6D955F3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821B8E-09F9-4CFD-BFB3-78463827EF74}">
      <dsp:nvSpPr>
        <dsp:cNvPr id="0" name=""/>
        <dsp:cNvSpPr/>
      </dsp:nvSpPr>
      <dsp:spPr>
        <a:xfrm>
          <a:off x="0" y="272696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Validation Split: 20%</a:t>
          </a:r>
          <a:endParaRPr lang="en-US" sz="3100" kern="1200"/>
        </a:p>
      </dsp:txBody>
      <dsp:txXfrm>
        <a:off x="0" y="2726960"/>
        <a:ext cx="6666833" cy="681740"/>
      </dsp:txXfrm>
    </dsp:sp>
    <dsp:sp modelId="{412E7170-2036-4B89-A96F-2586E3153835}">
      <dsp:nvSpPr>
        <dsp:cNvPr id="0" name=""/>
        <dsp:cNvSpPr/>
      </dsp:nvSpPr>
      <dsp:spPr>
        <a:xfrm>
          <a:off x="0" y="3408700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B8EB9D7-B552-4C26-A049-B46A470D390F}">
      <dsp:nvSpPr>
        <dsp:cNvPr id="0" name=""/>
        <dsp:cNvSpPr/>
      </dsp:nvSpPr>
      <dsp:spPr>
        <a:xfrm>
          <a:off x="0" y="340870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Accuracy on test data: ~85%Loss  </a:t>
          </a:r>
          <a:endParaRPr lang="en-US" sz="3100" kern="1200"/>
        </a:p>
      </dsp:txBody>
      <dsp:txXfrm>
        <a:off x="0" y="3408700"/>
        <a:ext cx="6666833" cy="681740"/>
      </dsp:txXfrm>
    </dsp:sp>
    <dsp:sp modelId="{17A420C8-8E3C-45F4-8C31-E27BC41C080E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882504-86F4-41F1-9A12-6212D0A582C5}">
      <dsp:nvSpPr>
        <dsp:cNvPr id="0" name=""/>
        <dsp:cNvSpPr/>
      </dsp:nvSpPr>
      <dsp:spPr>
        <a:xfrm>
          <a:off x="0" y="409044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accuracy curves over epochs</a:t>
          </a:r>
          <a:endParaRPr lang="en-US" sz="3100" kern="1200"/>
        </a:p>
      </dsp:txBody>
      <dsp:txXfrm>
        <a:off x="0" y="4090440"/>
        <a:ext cx="6666833" cy="681740"/>
      </dsp:txXfrm>
    </dsp:sp>
    <dsp:sp modelId="{C76AC279-34BF-4A89-A7AB-B70DC6A51679}">
      <dsp:nvSpPr>
        <dsp:cNvPr id="0" name=""/>
        <dsp:cNvSpPr/>
      </dsp:nvSpPr>
      <dsp:spPr>
        <a:xfrm>
          <a:off x="0" y="4772179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677B0F-5ECF-4D6A-ACBC-278661E914F1}">
      <dsp:nvSpPr>
        <dsp:cNvPr id="0" name=""/>
        <dsp:cNvSpPr/>
      </dsp:nvSpPr>
      <dsp:spPr>
        <a:xfrm>
          <a:off x="0" y="4772180"/>
          <a:ext cx="6666833" cy="6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Confusion matrix</a:t>
          </a:r>
          <a:endParaRPr lang="en-US" sz="3100" kern="1200"/>
        </a:p>
      </dsp:txBody>
      <dsp:txXfrm>
        <a:off x="0" y="4772180"/>
        <a:ext cx="6666833" cy="681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1385BA5-DC91-C1D4-840F-706915AC4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19D76E3E-6DDB-C54A-2B8A-92EDCEB1D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9C85F47-1F95-62C9-FF91-9843C8B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C81F-85A9-4223-8B8D-FE62B67D816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EFF87DA-7FCD-7971-21A9-4B990A364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154F155-8F50-5091-BAA8-0F805080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4D-849D-43E6-89D9-705C5DAA4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1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0272238-377E-A108-2BF3-EBDD7680D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6435819-52AD-BF05-1736-3D9D75057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09CA6DD-C7B3-2DF5-A902-D133D91D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C81F-85A9-4223-8B8D-FE62B67D816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85E6F4A-BA89-A25B-382C-7CD484DB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CD99B29-D8DE-88E0-90FE-7D48B7B87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4D-849D-43E6-89D9-705C5DAA4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4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D4FCA15-7D73-61A7-D1A7-FAE0D241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DCBCAF42-D6D3-4DD6-7528-08B6B84B0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AE9D9A0-EF33-326B-73E5-29DF99635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C81F-85A9-4223-8B8D-FE62B67D816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5A0AC76-3656-267B-C5D0-69EAA0757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EBADC6D-4F05-2F0B-6D65-E35225DF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4D-849D-43E6-89D9-705C5DAA4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69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A414833-36B8-EC8E-3AF2-C7EB729F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FD1B1AF-F9CD-2CEA-41D9-75E2993FE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19180C6-FD98-4EA3-89D8-65DD5CECD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641BB55-836C-7B02-D9E7-C9AF676C5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C81F-85A9-4223-8B8D-FE62B67D816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662D3F86-3FB3-A12A-A299-BDB2CC6EC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9EDFA92A-F3CA-9793-BC13-0C899D50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4D-849D-43E6-89D9-705C5DAA4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3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9E621AB-1DE3-4395-17C8-514B2CF1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4B8415C7-F32B-1E6B-7942-20C42788A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41DDD1D-4F09-686E-3776-1F0F2FC92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E7AFC52E-F905-978B-2635-D22D0B1C7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5A1B82CD-207E-4A42-8FDB-B0F0790F5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80665E72-7361-611B-E662-577E4BF6A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C81F-85A9-4223-8B8D-FE62B67D816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B8809FAE-BFAC-85C3-948D-6D72421E0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E5A1681C-F623-102D-2C47-4FA9A7F9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4D-849D-43E6-89D9-705C5DAA4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37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63EA927-9B31-2AE8-E033-BA7DCFB5A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B05EB9BE-3723-7909-4DD0-C84D8AA16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C81F-85A9-4223-8B8D-FE62B67D816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0C1E9ABE-6109-82BC-F3DC-A8C0EC8FC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4E8AB5D8-F0D7-5650-C7FB-C90A6211C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4D-849D-43E6-89D9-705C5DAA4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9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38CC49ED-47EF-7CDA-537D-9A874FC71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C81F-85A9-4223-8B8D-FE62B67D816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27A0AFE7-03C2-5426-A616-FED7490A2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62FD1653-A9E8-744B-C8D1-7EC9E88C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4D-849D-43E6-89D9-705C5DAA4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3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91A90CA-D4BA-74FC-209A-F075A57A6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03DEDCD-1F5E-CF8F-3635-7FAD5B6C9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60FD3888-8A59-AA49-D115-61006FBFC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97E799D-39F7-A538-AB3F-D65C13C35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C81F-85A9-4223-8B8D-FE62B67D816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7EB70752-E260-914C-BA57-E0DBD999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3E162555-276C-DFBE-FE26-00EBBFF96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4D-849D-43E6-89D9-705C5DAA4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2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10F0316-A812-088C-2C2B-E6FACDB5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1A2B6D9B-579E-7485-0E19-110A9175A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BF49931-2F95-96FB-5750-82FC12D35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AA48AA1-A01B-4494-3BB0-045BF48B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C81F-85A9-4223-8B8D-FE62B67D816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51B42736-AB22-233E-BD8E-E1AE4FE30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7C3C99F-12FD-7769-F94A-908979BD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4D-849D-43E6-89D9-705C5DAA4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76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011EA0A-BCA1-C290-5C80-EB010673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8312E470-FCA5-4D0A-FD14-20E362D08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FBEFF77-3B6A-0704-91FF-5D74C972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C81F-85A9-4223-8B8D-FE62B67D816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B59691E-A8C1-D751-9EE4-C6C8A73D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01DECAE-0E89-F565-74C2-A300636E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4D-849D-43E6-89D9-705C5DAA4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3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C55EDB31-BFA4-EB4E-8B8F-F50969343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9F34987-2525-0708-D09A-AFBFF9AC5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3A5B437-15AF-DFD1-E845-2C8B78A0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C81F-85A9-4223-8B8D-FE62B67D816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AD6CA41-0833-0301-6F97-78EC8BEE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8AE7C7A-0E29-5CF1-82F0-61CC86CA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14D-849D-43E6-89D9-705C5DAA4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8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17B2836E-D844-2609-F6AC-4EC334D5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08C16436-593B-9B0A-CCB1-28D62C891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7C9705C-9178-2B31-170C-5D105FF5D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EC81F-85A9-4223-8B8D-FE62B67D816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B10B094-B526-747C-DB3D-5E0B9412D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B62C683-4C5D-F969-69C9-AEBE4C682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F414D-849D-43E6-89D9-705C5DAA4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7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8E5AF544-5854-ED64-0530-C6F8049FD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 rtl="0"/>
            <a:r>
              <a:rPr lang="en-US" sz="4000" dirty="0">
                <a:solidFill>
                  <a:srgbClr val="FFFFFF"/>
                </a:solidFill>
              </a:rPr>
              <a:t>Sentiment Analysis Using LSTM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6AA68087-7B09-F500-F2BA-A2A38E18A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rtl="0"/>
            <a:r>
              <a:rPr lang="en-US" sz="2000" dirty="0"/>
              <a:t>Student name :Albara Almeseidiyen</a:t>
            </a:r>
          </a:p>
          <a:p>
            <a:pPr marL="0" marR="0">
              <a:spcAft>
                <a:spcPts val="800"/>
              </a:spcAft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Supervised by</a:t>
            </a:r>
          </a:p>
          <a:p>
            <a:pPr marL="0" marR="0"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D.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Mohammad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Almseidin</a:t>
            </a:r>
          </a:p>
          <a:p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1114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696AB704-D159-FAF1-E60D-6B038C576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rtl="0"/>
            <a:r>
              <a:rPr lang="en-US" sz="4000">
                <a:solidFill>
                  <a:srgbClr val="FFFFFF"/>
                </a:solidFill>
              </a:rPr>
              <a:t>Problem Overview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3FD3BCC-BD8D-67F4-0CB9-1327C2401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514806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9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D4153826-216C-1945-2CF1-51DF9703E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rtl="0"/>
            <a:r>
              <a:rPr lang="en-US" sz="4000">
                <a:solidFill>
                  <a:srgbClr val="FFFFFF"/>
                </a:solidFill>
              </a:rPr>
              <a:t>Dataset Description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EBBEDD3-FB85-91BA-66C5-C8F278D099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28029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0037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917F2866-209A-6FD4-8382-F31B4BB5E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rtl="0"/>
            <a:r>
              <a:rPr lang="en-US" sz="4000">
                <a:solidFill>
                  <a:srgbClr val="FFFFFF"/>
                </a:solidFill>
              </a:rPr>
              <a:t>Text Preprocessing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C4A4A464-AC16-7405-9775-FF0C2E4C98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05783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59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9B83735E-86F1-09DC-6633-1AC65CE0C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pPr rtl="0"/>
            <a:r>
              <a:rPr lang="en-US" sz="4000" dirty="0">
                <a:solidFill>
                  <a:srgbClr val="FFFFFF"/>
                </a:solidFill>
              </a:rPr>
              <a:t>Model Architecture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59BF72FD-9003-2FA8-153C-29F49C305F6E}"/>
              </a:ext>
            </a:extLst>
          </p:cNvPr>
          <p:cNvSpPr txBox="1"/>
          <p:nvPr/>
        </p:nvSpPr>
        <p:spPr>
          <a:xfrm>
            <a:off x="1940256" y="3833199"/>
            <a:ext cx="8332826" cy="111998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1400"/>
              <a:t>Embedding layer: 64-dimensional</a:t>
            </a:r>
          </a:p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1400"/>
              <a:t>LSTM layer with 64 units</a:t>
            </a:r>
          </a:p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1400"/>
              <a:t>Dense layer with sigmoid activation</a:t>
            </a:r>
          </a:p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1400"/>
              <a:t>Binary output (0: negative, 1: positive)</a:t>
            </a:r>
          </a:p>
        </p:txBody>
      </p:sp>
      <p:graphicFrame>
        <p:nvGraphicFramePr>
          <p:cNvPr id="10" name="عنصر نائب للمحتوى 9">
            <a:extLst>
              <a:ext uri="{FF2B5EF4-FFF2-40B4-BE49-F238E27FC236}">
                <a16:creationId xmlns:a16="http://schemas.microsoft.com/office/drawing/2014/main" id="{E9B39B48-9A3F-4A04-B6E6-DF27943A16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7303396"/>
              </p:ext>
            </p:extLst>
          </p:nvPr>
        </p:nvGraphicFramePr>
        <p:xfrm>
          <a:off x="1940256" y="584609"/>
          <a:ext cx="8311488" cy="2851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496">
                  <a:extLst>
                    <a:ext uri="{9D8B030D-6E8A-4147-A177-3AD203B41FA5}">
                      <a16:colId xmlns:a16="http://schemas.microsoft.com/office/drawing/2014/main" val="719292319"/>
                    </a:ext>
                  </a:extLst>
                </a:gridCol>
                <a:gridCol w="3325495">
                  <a:extLst>
                    <a:ext uri="{9D8B030D-6E8A-4147-A177-3AD203B41FA5}">
                      <a16:colId xmlns:a16="http://schemas.microsoft.com/office/drawing/2014/main" val="1858229704"/>
                    </a:ext>
                  </a:extLst>
                </a:gridCol>
                <a:gridCol w="2020497">
                  <a:extLst>
                    <a:ext uri="{9D8B030D-6E8A-4147-A177-3AD203B41FA5}">
                      <a16:colId xmlns:a16="http://schemas.microsoft.com/office/drawing/2014/main" val="2304513166"/>
                    </a:ext>
                  </a:extLst>
                </a:gridCol>
              </a:tblGrid>
              <a:tr h="712799">
                <a:tc>
                  <a:txBody>
                    <a:bodyPr/>
                    <a:lstStyle/>
                    <a:p>
                      <a:pPr algn="l" rtl="0"/>
                      <a:r>
                        <a:rPr lang="en-US" sz="3200" b="1">
                          <a:effectLst/>
                        </a:rPr>
                        <a:t>Layer (type) </a:t>
                      </a:r>
                      <a:endParaRPr lang="en-US" sz="3200"/>
                    </a:p>
                  </a:txBody>
                  <a:tcPr marL="162000" marR="162000" marT="81000" marB="8100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3200" b="1">
                          <a:effectLst/>
                        </a:rPr>
                        <a:t>Output Shape </a:t>
                      </a:r>
                      <a:endParaRPr lang="en-US" sz="3200"/>
                    </a:p>
                  </a:txBody>
                  <a:tcPr marL="162000" marR="162000" marT="81000" marB="8100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3200" b="1">
                          <a:effectLst/>
                        </a:rPr>
                        <a:t>Param</a:t>
                      </a:r>
                      <a:endParaRPr lang="en-US" sz="3200"/>
                    </a:p>
                  </a:txBody>
                  <a:tcPr marL="162000" marR="162000" marT="81000" marB="81000"/>
                </a:tc>
                <a:extLst>
                  <a:ext uri="{0D108BD9-81ED-4DB2-BD59-A6C34878D82A}">
                    <a16:rowId xmlns:a16="http://schemas.microsoft.com/office/drawing/2014/main" val="2650201885"/>
                  </a:ext>
                </a:extLst>
              </a:tr>
              <a:tr h="712799">
                <a:tc>
                  <a:txBody>
                    <a:bodyPr/>
                    <a:lstStyle/>
                    <a:p>
                      <a:pPr algn="l" rtl="0"/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Embedding</a:t>
                      </a:r>
                      <a:endParaRPr lang="en-US" sz="3200"/>
                    </a:p>
                  </a:txBody>
                  <a:tcPr marL="162000" marR="162000" marT="81000" marB="8100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3200"/>
                        <a:t>(</a:t>
                      </a:r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r>
                        <a:rPr lang="en-US" sz="3200"/>
                        <a:t>, </a:t>
                      </a:r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r>
                        <a:rPr lang="en-US" sz="3200"/>
                        <a:t>, </a:t>
                      </a:r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r>
                        <a:rPr lang="en-US" sz="3200"/>
                        <a:t>) </a:t>
                      </a:r>
                    </a:p>
                  </a:txBody>
                  <a:tcPr marL="162000" marR="162000" marT="81000" marB="8100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640,000</a:t>
                      </a:r>
                      <a:endParaRPr lang="en-US" sz="3200"/>
                    </a:p>
                  </a:txBody>
                  <a:tcPr marL="162000" marR="162000" marT="81000" marB="81000"/>
                </a:tc>
                <a:extLst>
                  <a:ext uri="{0D108BD9-81ED-4DB2-BD59-A6C34878D82A}">
                    <a16:rowId xmlns:a16="http://schemas.microsoft.com/office/drawing/2014/main" val="36643959"/>
                  </a:ext>
                </a:extLst>
              </a:tr>
              <a:tr h="712799">
                <a:tc>
                  <a:txBody>
                    <a:bodyPr/>
                    <a:lstStyle/>
                    <a:p>
                      <a:pPr algn="l" rtl="0"/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LSTM</a:t>
                      </a:r>
                      <a:endParaRPr lang="en-US" sz="3200"/>
                    </a:p>
                  </a:txBody>
                  <a:tcPr marL="162000" marR="162000" marT="81000" marB="8100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3200"/>
                        <a:t>(</a:t>
                      </a:r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r>
                        <a:rPr lang="en-US" sz="3200"/>
                        <a:t>, </a:t>
                      </a:r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r>
                        <a:rPr lang="en-US" sz="3200"/>
                        <a:t>) </a:t>
                      </a:r>
                    </a:p>
                  </a:txBody>
                  <a:tcPr marL="162000" marR="162000" marT="81000" marB="8100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33,024</a:t>
                      </a:r>
                      <a:r>
                        <a:rPr lang="en-US" sz="3200"/>
                        <a:t> </a:t>
                      </a:r>
                    </a:p>
                  </a:txBody>
                  <a:tcPr marL="162000" marR="162000" marT="81000" marB="81000"/>
                </a:tc>
                <a:extLst>
                  <a:ext uri="{0D108BD9-81ED-4DB2-BD59-A6C34878D82A}">
                    <a16:rowId xmlns:a16="http://schemas.microsoft.com/office/drawing/2014/main" val="3625489902"/>
                  </a:ext>
                </a:extLst>
              </a:tr>
              <a:tr h="712799">
                <a:tc>
                  <a:txBody>
                    <a:bodyPr/>
                    <a:lstStyle/>
                    <a:p>
                      <a:pPr algn="l" rtl="0"/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Dense</a:t>
                      </a:r>
                      <a:endParaRPr lang="en-US" sz="3200"/>
                    </a:p>
                  </a:txBody>
                  <a:tcPr marL="162000" marR="162000" marT="81000" marB="8100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3200"/>
                        <a:t>(</a:t>
                      </a:r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r>
                        <a:rPr lang="en-US" sz="3200"/>
                        <a:t>, </a:t>
                      </a:r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3200"/>
                        <a:t>) </a:t>
                      </a:r>
                    </a:p>
                  </a:txBody>
                  <a:tcPr marL="162000" marR="162000" marT="81000" marB="81000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  <a:r>
                        <a:rPr lang="en-US" sz="3200"/>
                        <a:t> </a:t>
                      </a:r>
                    </a:p>
                  </a:txBody>
                  <a:tcPr marL="162000" marR="162000" marT="81000" marB="81000"/>
                </a:tc>
                <a:extLst>
                  <a:ext uri="{0D108BD9-81ED-4DB2-BD59-A6C34878D82A}">
                    <a16:rowId xmlns:a16="http://schemas.microsoft.com/office/drawing/2014/main" val="2724887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08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7A8D787F-7298-709B-FC1A-007D49AB8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rtl="0"/>
            <a:r>
              <a:rPr lang="en-US" sz="4000" dirty="0">
                <a:solidFill>
                  <a:srgbClr val="FFFFFF"/>
                </a:solidFill>
              </a:rPr>
              <a:t>Training Configuration, Performance Metrics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E215DD7-4035-292E-C284-3D90C10AA8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97672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1479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0D697910-F271-3FCF-C2D5-E38F740B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Results</a:t>
            </a:r>
          </a:p>
        </p:txBody>
      </p:sp>
      <p:pic>
        <p:nvPicPr>
          <p:cNvPr id="7" name="عنصر نائب للمحتوى 6" descr="صورة تحتوي على نص, رسم بياني, خط, تخطيط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F0865E76-187B-5EC8-CC04-8C327C806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9" r="1" b="1"/>
          <a:stretch>
            <a:fillRect/>
          </a:stretch>
        </p:blipFill>
        <p:spPr>
          <a:xfrm>
            <a:off x="43163" y="801583"/>
            <a:ext cx="12162172" cy="393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6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9CDF57C8-2272-1854-29C0-EAE81802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Results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5" name="عنصر نائب للمحتوى 4" descr="صورة تحتوي على نص, لقطة شاشة, رسم بياني, رقم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E2B8A5DE-DA88-01F1-8122-DA7B0ED3D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719345"/>
            <a:ext cx="7225748" cy="5419310"/>
          </a:xfrm>
          <a:prstGeom prst="rect">
            <a:avLst/>
          </a:prstGeom>
        </p:spPr>
      </p:pic>
      <p:sp>
        <p:nvSpPr>
          <p:cNvPr id="6" name="عنوان 1">
            <a:extLst>
              <a:ext uri="{FF2B5EF4-FFF2-40B4-BE49-F238E27FC236}">
                <a16:creationId xmlns:a16="http://schemas.microsoft.com/office/drawing/2014/main" id="{2BF929CB-F7BF-5B9E-A3F0-C221817F11A1}"/>
              </a:ext>
            </a:extLst>
          </p:cNvPr>
          <p:cNvSpPr txBox="1">
            <a:spLocks/>
          </p:cNvSpPr>
          <p:nvPr/>
        </p:nvSpPr>
        <p:spPr>
          <a:xfrm>
            <a:off x="680306" y="487761"/>
            <a:ext cx="4806093" cy="1202339"/>
          </a:xfrm>
          <a:prstGeom prst="rect">
            <a:avLst/>
          </a:prstGeom>
        </p:spPr>
        <p:txBody>
          <a:bodyPr vert="horz" lIns="91440" tIns="45720" rIns="91440" bIns="45720" rtlCol="1" anchor="t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ABCE1995-9EC6-5307-567D-6F1DE72F46EF}"/>
              </a:ext>
            </a:extLst>
          </p:cNvPr>
          <p:cNvSpPr txBox="1"/>
          <p:nvPr/>
        </p:nvSpPr>
        <p:spPr>
          <a:xfrm>
            <a:off x="4601043" y="195373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dirty="0"/>
              <a:t>accuracy on test data: 87.77%</a:t>
            </a:r>
          </a:p>
        </p:txBody>
      </p:sp>
    </p:spTree>
    <p:extLst>
      <p:ext uri="{BB962C8B-B14F-4D97-AF65-F5344CB8AC3E}">
        <p14:creationId xmlns:p14="http://schemas.microsoft.com/office/powerpoint/2010/main" val="1528289236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210</Words>
  <Application>Microsoft Office PowerPoint</Application>
  <PresentationFormat>شاشة عريضة</PresentationFormat>
  <Paragraphs>48</Paragraphs>
  <Slides>8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نسق Office</vt:lpstr>
      <vt:lpstr>Sentiment Analysis Using LSTM</vt:lpstr>
      <vt:lpstr>Problem Overview</vt:lpstr>
      <vt:lpstr>Dataset Description</vt:lpstr>
      <vt:lpstr>Text Preprocessing</vt:lpstr>
      <vt:lpstr>Model Architecture</vt:lpstr>
      <vt:lpstr>Training Configuration, Performance Metrics</vt:lpstr>
      <vt:lpstr>Results</vt:lpstr>
      <vt:lpstr>Results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البراء خالد احمد المسيعديين</dc:creator>
  <cp:lastModifiedBy>البراء خالد احمد المسيعديين</cp:lastModifiedBy>
  <cp:revision>5</cp:revision>
  <dcterms:created xsi:type="dcterms:W3CDTF">2025-05-29T15:01:01Z</dcterms:created>
  <dcterms:modified xsi:type="dcterms:W3CDTF">2025-05-30T17:37:01Z</dcterms:modified>
</cp:coreProperties>
</file>